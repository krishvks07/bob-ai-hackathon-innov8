
<file path=[Content_Types].xml><?xml version="1.0" encoding="utf-8"?>
<Types xmlns="http://schemas.openxmlformats.org/package/2006/content-types">
  <Default Extension="rels" ContentType="application/vnd.openxmlformats-package.relationships+xml"/>
  <Default Extension="xml" ContentType="application/xml"/>
  <Default Extension="png" ContentType="image/png"/>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1.xml" ContentType="application/vnd.openxmlformats-officedocument.theme+xml"/>
  <Override PartName="/ppt/slideMasters/slideMaster1.xml" ContentType="application/vnd.openxmlformats-officedocument.presentationml.slideMaster+xml"/>
  <Override PartName="/ppt/theme/theme2.xml" ContentType="application/vnd.openxmlformats-officedocument.them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slides/slide1.xml" ContentType="application/vnd.openxmlformats-officedocument.presentationml.slide+xml"/>
  <Override PartName="/ppt/notesSlides/notesSlide2.xml" ContentType="application/vnd.openxmlformats-officedocument.presentationml.notesSlide+xml"/>
  <Override PartName="/ppt/slides/slide2.xml" ContentType="application/vnd.openxmlformats-officedocument.presentationml.slide+xml"/>
  <Override PartName="/ppt/notesSlides/notesSlide3.xml" ContentType="application/vnd.openxmlformats-officedocument.presentationml.notesSlide+xml"/>
  <Override PartName="/ppt/slides/slide3.xml" ContentType="application/vnd.openxmlformats-officedocument.presentationml.slide+xml"/>
  <Override PartName="/ppt/notesSlides/notesSlide4.xml" ContentType="application/vnd.openxmlformats-officedocument.presentationml.notesSlide+xml"/>
  <Override PartName="/ppt/slides/slide4.xml" ContentType="application/vnd.openxmlformats-officedocument.presentationml.slide+xml"/>
  <Override PartName="/ppt/notesSlides/notesSlide5.xml" ContentType="application/vnd.openxmlformats-officedocument.presentationml.notesSlide+xml"/>
  <Override PartName="/ppt/slides/slide5.xml" ContentType="application/vnd.openxmlformats-officedocument.presentationml.slide+xml"/>
  <Override PartName="/ppt/notesSlides/notesSlide6.xml" ContentType="application/vnd.openxmlformats-officedocument.presentationml.notesSlide+xml"/>
  <Override PartName="/ppt/slides/slide6.xml" ContentType="application/vnd.openxmlformats-officedocument.presentationml.slide+xml"/>
  <Override PartName="/ppt/notesSlides/notesSlide7.xml" ContentType="application/vnd.openxmlformats-officedocument.presentationml.notesSlide+xml"/>
  <Override PartName="/ppt/slides/slide7.xml" ContentType="application/vnd.openxmlformats-officedocument.presentationml.slide+xml"/>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p="http://schemas.openxmlformats.org/presentationml/2006/main" xmlns:r="http://schemas.openxmlformats.org/officeDocument/2006/relationships" xmlns:a="http://schemas.openxmlformats.org/drawingml/2006/main">
  <p:sldMasterIdLst>
    <p:sldMasterId id="2147483660" r:id="rId1"/>
  </p:sldMasterIdLst>
  <p:notesMasterIdLst>
    <p:notesMasterId r:id="rId2"/>
  </p:notesMasterIdLst>
  <p:sldIdLst>
    <p:sldId id="256" r:id="rId4"/>
    <p:sldId id="257" r:id="rId5"/>
    <p:sldId id="258" r:id="rId6"/>
    <p:sldId id="259" r:id="rId7"/>
    <p:sldId id="260" r:id="rId8"/>
    <p:sldId id="261" r:id="rId9"/>
    <p:sldId id="262" r:id="rId10"/>
  </p:sldIdLst>
  <p:sldSz cx="12192000" cy="6858000"/>
  <p:notesSz cx="6857895" cy="9143861"/>
  <p:kinsoku lang="zh-CN" invalStChars="!%),.:;?]}¨·ˇˉ་―‖’”…‰∶、。〃々〉》」』】〕〗！＂＇％），．：；？］｀｜｝～￠" invalEndChars="([{·‘“〈《「『【〔〖（．［｛￡￥"/>
  <p:defaultTextStyle>
    <a:defPPr>
      <a:defRPr lang="zh-CN"/>
    </a:defPPr>
    <a:lvl1pPr marL="0" indent="0" algn="l" defTabSz="914400" eaLnBrk="1" fontAlgn="auto" latinLnBrk="0" hangingPunct="1">
      <a:buNone/>
      <a:defRPr sz="1800" kern="1200">
        <a:solidFill>
          <a:schemeClr val="tx1"/>
        </a:solidFill>
        <a:latin typeface="Droid Sans" pitchFamily="0" charset="0"/>
        <a:ea typeface="宋体" pitchFamily="0" charset="0"/>
        <a:cs typeface="Droid Sans" pitchFamily="0" charset="0"/>
      </a:defRPr>
    </a:lvl1pPr>
    <a:lvl2pPr marL="457200" indent="0" algn="l" defTabSz="914400" eaLnBrk="1" fontAlgn="auto" latinLnBrk="0" hangingPunct="1">
      <a:buNone/>
      <a:defRPr sz="1800" kern="1200">
        <a:solidFill>
          <a:schemeClr val="tx1"/>
        </a:solidFill>
        <a:latin typeface="Droid Sans" pitchFamily="0" charset="0"/>
        <a:ea typeface="宋体" pitchFamily="0" charset="0"/>
        <a:cs typeface="Droid Sans" pitchFamily="0" charset="0"/>
      </a:defRPr>
    </a:lvl2pPr>
    <a:lvl3pPr marL="914400" indent="0" algn="l" defTabSz="914400" eaLnBrk="1" fontAlgn="auto" latinLnBrk="0" hangingPunct="1">
      <a:buNone/>
      <a:defRPr sz="1800" kern="1200">
        <a:solidFill>
          <a:schemeClr val="tx1"/>
        </a:solidFill>
        <a:latin typeface="Droid Sans" pitchFamily="0" charset="0"/>
        <a:ea typeface="宋体" pitchFamily="0" charset="0"/>
        <a:cs typeface="Droid Sans" pitchFamily="0" charset="0"/>
      </a:defRPr>
    </a:lvl3pPr>
    <a:lvl4pPr marL="1371600" indent="0" algn="l" defTabSz="914400" eaLnBrk="1" fontAlgn="auto" latinLnBrk="0" hangingPunct="1">
      <a:buNone/>
      <a:defRPr sz="1800" kern="1200">
        <a:solidFill>
          <a:schemeClr val="tx1"/>
        </a:solidFill>
        <a:latin typeface="Droid Sans" pitchFamily="0" charset="0"/>
        <a:ea typeface="宋体" pitchFamily="0" charset="0"/>
        <a:cs typeface="Droid Sans" pitchFamily="0" charset="0"/>
      </a:defRPr>
    </a:lvl4pPr>
    <a:lvl5pPr marL="1828800" indent="0" algn="l" defTabSz="914400" eaLnBrk="1" fontAlgn="auto" latinLnBrk="0" hangingPunct="1">
      <a:buNone/>
      <a:defRPr sz="1800" kern="1200">
        <a:solidFill>
          <a:schemeClr val="tx1"/>
        </a:solidFill>
        <a:latin typeface="Droid Sans" pitchFamily="0" charset="0"/>
        <a:ea typeface="宋体" pitchFamily="0" charset="0"/>
        <a:cs typeface="Droid Sans" pitchFamily="0" charset="0"/>
      </a:defRPr>
    </a:lvl5pPr>
    <a:lvl6pPr marL="2286000" indent="0" algn="l" defTabSz="914400" eaLnBrk="1" fontAlgn="auto" latinLnBrk="0" hangingPunct="1">
      <a:buNone/>
      <a:defRPr sz="1800" kern="1200">
        <a:solidFill>
          <a:schemeClr val="tx1"/>
        </a:solidFill>
        <a:latin typeface="Droid Sans" pitchFamily="0" charset="0"/>
        <a:ea typeface="宋体" pitchFamily="0" charset="0"/>
        <a:cs typeface="Droid Sans" pitchFamily="0" charset="0"/>
      </a:defRPr>
    </a:lvl6pPr>
    <a:lvl7pPr marL="2743200" indent="0" algn="l" defTabSz="914400" eaLnBrk="1" fontAlgn="auto" latinLnBrk="0" hangingPunct="1">
      <a:buNone/>
      <a:defRPr sz="1800" kern="1200">
        <a:solidFill>
          <a:schemeClr val="tx1"/>
        </a:solidFill>
        <a:latin typeface="Droid Sans" pitchFamily="0" charset="0"/>
        <a:ea typeface="宋体" pitchFamily="0" charset="0"/>
        <a:cs typeface="Droid Sans" pitchFamily="0" charset="0"/>
      </a:defRPr>
    </a:lvl7pPr>
    <a:lvl8pPr marL="3200400" indent="0" algn="l" defTabSz="914400" eaLnBrk="1" fontAlgn="auto" latinLnBrk="0" hangingPunct="1">
      <a:buNone/>
      <a:defRPr sz="1800" kern="1200">
        <a:solidFill>
          <a:schemeClr val="tx1"/>
        </a:solidFill>
        <a:latin typeface="Droid Sans" pitchFamily="0" charset="0"/>
        <a:ea typeface="宋体" pitchFamily="0" charset="0"/>
        <a:cs typeface="Droid Sans" pitchFamily="0" charset="0"/>
      </a:defRPr>
    </a:lvl8pPr>
    <a:lvl9pPr marL="3200400" indent="0" algn="l" defTabSz="914400" eaLnBrk="1" fontAlgn="auto" latinLnBrk="0" hangingPunct="1">
      <a:buNone/>
      <a:defRPr sz="1800" kern="1200">
        <a:solidFill>
          <a:schemeClr val="tx1"/>
        </a:solidFill>
        <a:latin typeface="Droid Sans" pitchFamily="0" charset="0"/>
        <a:ea typeface="宋体" pitchFamily="0" charset="0"/>
        <a:cs typeface="Droid Sans" pitchFamily="0" charset="0"/>
      </a:defRPr>
    </a:lvl9pPr>
  </p:defaultTextStyle>
</p:presentation>
</file>

<file path=ppt/presProps.xml><?xml version="1.0" encoding="utf-8"?>
<p:presentationPr xmlns:p="http://schemas.openxmlformats.org/presentationml/2006/main" xmlns:r="http://schemas.openxmlformats.org/officeDocument/2006/relationships" xmlns:a="http://schemas.openxmlformats.org/drawingml/2006/main">
  <p:showPr showNarration="1">
    <p:penClr>
      <a:srgbClr val="FF0000"/>
    </p:penClr>
    <p:extLst>
      <p:ext uri="{EC167BDD-8182-4AB7-AECC-EB403E3ABB37}">
        <p14:laserClr xmlns:p14="http://schemas.microsoft.com/office/powerpoint/2010/main">
          <a:srgbClr val="FF0000"/>
        </p14:laserClr>
      </p:ext>
    </p:extLst>
  </p:showPr>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xmlns:r="http://schemas.openxmlformats.org/officeDocument/2006/relationships" xmlns:a="http://schemas.openxmlformats.org/drawingml/2006/main">
  <p:normalViewPr>
    <p:restoredLeft sz="15611" autoAdjust="0"/>
    <p:restoredTop sz="99500" autoAdjust="0"/>
  </p:normalViewPr>
  <p:slideViewPr>
    <p:cSldViewPr snapToGrid="0" snapToObjects="1">
      <p:cViewPr>
        <p:scale>
          <a:sx n="139" d="100"/>
          <a:sy n="139" d="100"/>
        </p:scale>
        <p:origin x="0" y="0"/>
      </p:cViewPr>
      <p:guideLst/>
    </p:cSldViewPr>
  </p:slideViewPr>
  <p:outlineViewPr>
    <p:cViewPr>
      <p:scale>
        <a:sx n="33" d="100"/>
        <a:sy n="33" d="100"/>
      </p:scale>
      <p:origin x="0" y="0"/>
    </p:cViewPr>
    <p:sldLst/>
  </p:outlineViewPr>
  <p:notesTextViewPr>
    <p:cViewPr>
      <p:scale>
        <a:sx n="100" d="100"/>
        <a:sy n="100" d="100"/>
      </p:scale>
      <p:origin x="0" y="0"/>
    </p:cViewPr>
  </p:notesTextViewPr>
  <p:sorterViewPr>
    <p:cViewPr>
      <p:scale>
        <a:sx n="66" d="100"/>
        <a:sy n="66" d="100"/>
      </p:scale>
      <p:origin x="0" y="0"/>
    </p:cViewPr>
  </p:sorterViewPr>
  <p:notesViewPr>
    <p:cSldViewPr snapToGrid="0" snapToObjects="1">
      <p:cViewPr varScale="1">
        <p:scale>
          <a:sx n="57" d="100"/>
          <a:sy n="57" d="100"/>
        </p:scale>
        <p:origin x="0" y="0"/>
      </p:cViewPr>
      <p:guideLst/>
    </p:cSldViewPr>
  </p:notesViewPr>
  <p:gridSpacing cx="72009" cy="72009"/>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notesMaster" Target="notesMasters/notesMaster1.xml"/><Relationship Id="rId3" Type="http://schemas.openxmlformats.org/officeDocument/2006/relationships/theme" Target="theme/theme1.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7" name="文本框"/>
          <p:cNvSpPr>
            <a:spLocks noGrp="1"/>
          </p:cNvSpPr>
          <p:nvPr>
            <p:ph type="sldNum" idx="5"/>
          </p:nvPr>
        </p:nvSpPr>
        <p:spPr>
          <a:xfrm rot="0">
            <a:off x="3884613" y="8685213"/>
            <a:ext cx="2971800" cy="458787"/>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Calibri" pitchFamily="0" charset="0"/>
                <a:ea typeface="等线" pitchFamily="0" charset="0"/>
                <a:cs typeface="Calibri" pitchFamily="0" charset="0"/>
              </a:rPr>
              <a:t>&lt;#&gt;</a:t>
            </a:fld>
            <a:endParaRPr lang="zh-CN" altLang="en-US" sz="1200">
              <a:latin typeface="Calibri" pitchFamily="0" charset="0"/>
              <a:ea typeface="等线" pitchFamily="0" charset="0"/>
              <a:cs typeface="Calibri" pitchFamily="0" charset="0"/>
            </a:endParaRPr>
          </a:p>
        </p:txBody>
      </p:sp>
      <p:sp>
        <p:nvSpPr>
          <p:cNvPr id="2" name="文本框"/>
          <p:cNvSpPr>
            <a:spLocks noGrp="1"/>
          </p:cNvSpPr>
          <p:nvPr>
            <p:ph type="hdr"/>
          </p:nvPr>
        </p:nvSpPr>
        <p:spPr>
          <a:xfrm rot="0">
            <a:off x="0" y="0"/>
            <a:ext cx="2971799" cy="458787"/>
          </a:xfrm>
          <a:prstGeom prst="rect"/>
          <a:noFill/>
          <a:ln w="12700" cmpd="sng" cap="flat">
            <a:noFill/>
            <a:prstDash val="solid"/>
            <a:miter/>
          </a:ln>
        </p:spPr>
        <p:txBody>
          <a:bodyPr vert="horz" wrap="square" lIns="91440" tIns="45720" rIns="91440" bIns="45720" anchor="t" anchorCtr="0">
            <a:prstTxWarp prst="textNoShape"/>
          </a:bodyPr>
          <a:lstStyle/>
          <a:p>
            <a:pPr algn="l"/>
            <a:endParaRPr lang="zh-CN" altLang="en-US" sz="1200">
              <a:latin typeface="Calibri" pitchFamily="0" charset="0"/>
              <a:ea typeface="等线" pitchFamily="0" charset="0"/>
              <a:cs typeface="Calibri" pitchFamily="0" charset="0"/>
            </a:endParaRPr>
          </a:p>
        </p:txBody>
      </p:sp>
      <p:sp>
        <p:nvSpPr>
          <p:cNvPr id="3" name="文本框"/>
          <p:cNvSpPr>
            <a:spLocks noGrp="1"/>
          </p:cNvSpPr>
          <p:nvPr>
            <p:ph type="dt" idx="1"/>
          </p:nvPr>
        </p:nvSpPr>
        <p:spPr>
          <a:xfrm rot="0">
            <a:off x="3884613" y="0"/>
            <a:ext cx="2971800" cy="458787"/>
          </a:xfrm>
          <a:prstGeom prst="rect"/>
          <a:noFill/>
          <a:ln w="12700" cmpd="sng" cap="flat">
            <a:noFill/>
            <a:prstDash val="solid"/>
            <a:miter/>
          </a:ln>
        </p:spPr>
        <p:txBody>
          <a:bodyPr vert="horz" wrap="square" lIns="91440" tIns="45720" rIns="91440" bIns="45720" anchor="t" anchorCtr="0">
            <a:prstTxWarp prst="textNoShape"/>
          </a:bodyPr>
          <a:lstStyle/>
          <a:p>
            <a:pPr algn="r"/>
            <a:fld id="{CAD2D6BD-DE1B-4B5F-8B41-2702339687B9}" type="datetime1">
              <a:rPr lang="en-US" altLang="zh-CN" sz="1200">
                <a:latin typeface="Calibri" pitchFamily="0" charset="0"/>
                <a:ea typeface="等线" pitchFamily="0" charset="0"/>
                <a:cs typeface="Calibri" pitchFamily="0" charset="0"/>
              </a:rPr>
              <a:t>9/16/2026</a:t>
            </a:fld>
            <a:endParaRPr lang="zh-CN" altLang="en-US" sz="1200">
              <a:latin typeface="Calibri" pitchFamily="0" charset="0"/>
              <a:ea typeface="等线" pitchFamily="0" charset="0"/>
              <a:cs typeface="Calibri" pitchFamily="0" charset="0"/>
            </a:endParaRPr>
          </a:p>
        </p:txBody>
      </p:sp>
      <p:sp>
        <p:nvSpPr>
          <p:cNvPr id="4" name="对象"/>
          <p:cNvSpPr>
            <a:spLocks noGrp="1" noChangeAspect="1"/>
          </p:cNvSpPr>
          <p:nvPr>
            <p:ph type="sldImg" idx="2"/>
          </p:nvPr>
        </p:nvSpPr>
        <p:spPr>
          <a:xfrm rot="0">
            <a:off x="685800" y="1143000"/>
            <a:ext cx="5486400" cy="3086100"/>
          </a:xfrm>
          <a:prstGeom prst="rect"/>
          <a:noFill/>
          <a:ln w="12700" cmpd="sng" cap="flat">
            <a:solidFill>
              <a:srgbClr val="000000"/>
            </a:solidFill>
            <a:prstDash val="solid"/>
            <a:round/>
          </a:ln>
        </p:spPr>
      </p:sp>
      <p:sp>
        <p:nvSpPr>
          <p:cNvPr id="5" name="文本框"/>
          <p:cNvSpPr>
            <a:spLocks noGrp="1"/>
          </p:cNvSpPr>
          <p:nvPr>
            <p:ph type="body" idx="3"/>
          </p:nvPr>
        </p:nvSpPr>
        <p:spPr>
          <a:xfrm rot="0">
            <a:off x="685800" y="4400550"/>
            <a:ext cx="5486400" cy="3600450"/>
          </a:xfrm>
          <a:prstGeom prst="rect"/>
          <a:noFill/>
          <a:ln w="12700" cmpd="sng" cap="flat">
            <a:noFill/>
            <a:prstDash val="solid"/>
            <a:miter/>
          </a:ln>
        </p:spPr>
        <p:txBody>
          <a:bodyPr vert="horz" wrap="square" lIns="91440" tIns="45720" rIns="91440" bIns="45720" anchor="t" anchorCtr="0">
            <a:prstTxWarp prst="textNoShape"/>
          </a:bodyPr>
          <a:lstStyle/>
          <a:p>
            <a:r>
              <a:rPr lang="en-US" altLang="zh-CN"/>
              <a:t>Click to edit Master text styles</a:t>
            </a:r>
            <a:endParaRPr lang="en-US" altLang="zh-CN"/>
          </a:p>
          <a:p>
            <a:pPr lvl="1"/>
            <a:r>
              <a:rPr lang="en-US" altLang="zh-CN"/>
              <a:t>Second level</a:t>
            </a:r>
            <a:endParaRPr lang="en-US" altLang="zh-CN"/>
          </a:p>
          <a:p>
            <a:pPr lvl="2"/>
            <a:r>
              <a:rPr lang="en-US" altLang="zh-CN"/>
              <a:t>Third level</a:t>
            </a:r>
            <a:endParaRPr lang="en-US" altLang="zh-CN"/>
          </a:p>
          <a:p>
            <a:pPr lvl="3"/>
            <a:r>
              <a:rPr lang="en-US" altLang="zh-CN"/>
              <a:t>Fourth level</a:t>
            </a:r>
            <a:endParaRPr lang="en-US" altLang="zh-CN"/>
          </a:p>
          <a:p>
            <a:pPr lvl="4"/>
            <a:r>
              <a:rPr lang="en-US" altLang="zh-CN"/>
              <a:t>Fifth level</a:t>
            </a:r>
            <a:endParaRPr lang="zh-CN" altLang="en-US"/>
          </a:p>
        </p:txBody>
      </p:sp>
      <p:sp>
        <p:nvSpPr>
          <p:cNvPr id="6" name="文本框"/>
          <p:cNvSpPr>
            <a:spLocks noGrp="1"/>
          </p:cNvSpPr>
          <p:nvPr>
            <p:ph type="ftr" idx="4"/>
          </p:nvPr>
        </p:nvSpPr>
        <p:spPr>
          <a:xfrm rot="0">
            <a:off x="0" y="8685213"/>
            <a:ext cx="2971799" cy="458787"/>
          </a:xfrm>
          <a:prstGeom prst="rect"/>
          <a:noFill/>
          <a:ln w="12700" cmpd="sng" cap="flat">
            <a:noFill/>
            <a:prstDash val="solid"/>
            <a:miter/>
          </a:ln>
        </p:spPr>
        <p:txBody>
          <a:bodyPr vert="horz" wrap="square" lIns="91440" tIns="45720" rIns="91440" bIns="45720" anchor="b" anchorCtr="0">
            <a:prstTxWarp prst="textNoShape"/>
          </a:bodyPr>
          <a:lstStyle/>
          <a:p>
            <a:pPr algn="l"/>
            <a:endParaRPr lang="zh-CN" altLang="en-US" sz="1200">
              <a:latin typeface="Calibri" pitchFamily="0" charset="0"/>
              <a:ea typeface="等线" pitchFamily="0" charset="0"/>
              <a:cs typeface="Calibri" pitchFamily="0" charset="0"/>
            </a:endParaRPr>
          </a:p>
        </p:txBody>
      </p:sp>
    </p:spTree>
    <p:extLst>
      <p:ext uri="{BB962C8B-B14F-4D97-AF65-F5344CB8AC3E}">
        <p14:creationId xmlns:p14="http://schemas.microsoft.com/office/powerpoint/2010/main" val="1574417670"/>
      </p:ext>
    </p:extLst>
  </p:cSld>
  <p:clrMap bg1="lt1" tx1="dk1" bg2="lt2" tx2="dk2" accent1="accent1" accent2="accent2" accent3="accent3" accent4="accent4" accent5="accent5" accent6="accent6" hlink="hlink" folHlink="folHlink"/>
  <p:hf sldNum="1" hdr="0" ftr="0" dt="0"/>
  <p:notesStyle>
    <a:lvl1pPr marL="0" indent="0" algn="l" defTabSz="914400" eaLnBrk="1" fontAlgn="auto" latinLnBrk="0" hangingPunct="1">
      <a:lnSpc>
        <a:spcPct val="100000"/>
      </a:lnSpc>
      <a:spcBef>
        <a:spcPts val="0"/>
      </a:spcBef>
      <a:spcAft>
        <a:spcPts val="0"/>
      </a:spcAft>
      <a:buNone/>
      <a:defRPr sz="1200" b="0" i="0" u="none" strike="noStrike" kern="1200" cap="none" spc="0" baseline="0">
        <a:solidFill>
          <a:schemeClr val="tx1"/>
        </a:solidFill>
        <a:latin typeface="Calibri" pitchFamily="0" charset="0"/>
        <a:ea typeface="等线" pitchFamily="0" charset="0"/>
        <a:cs typeface="Calibri" pitchFamily="0" charset="0"/>
      </a:defRPr>
    </a:lvl1pPr>
    <a:lvl2pPr marL="457200" indent="0" algn="l" defTabSz="914400" eaLnBrk="1" fontAlgn="auto" latinLnBrk="0" hangingPunct="1">
      <a:lnSpc>
        <a:spcPct val="100000"/>
      </a:lnSpc>
      <a:spcBef>
        <a:spcPts val="0"/>
      </a:spcBef>
      <a:spcAft>
        <a:spcPts val="0"/>
      </a:spcAft>
      <a:buNone/>
      <a:defRPr sz="1200" b="0" i="0" u="none" strike="noStrike" kern="1200" cap="none" spc="0" baseline="0">
        <a:solidFill>
          <a:schemeClr val="tx1"/>
        </a:solidFill>
        <a:latin typeface="Calibri" pitchFamily="0" charset="0"/>
        <a:ea typeface="等线" pitchFamily="0" charset="0"/>
        <a:cs typeface="Calibri" pitchFamily="0" charset="0"/>
      </a:defRPr>
    </a:lvl2pPr>
    <a:lvl3pPr marL="914400" indent="0" algn="l" defTabSz="914400" eaLnBrk="1" fontAlgn="auto" latinLnBrk="0" hangingPunct="1">
      <a:lnSpc>
        <a:spcPct val="100000"/>
      </a:lnSpc>
      <a:spcBef>
        <a:spcPts val="0"/>
      </a:spcBef>
      <a:spcAft>
        <a:spcPts val="0"/>
      </a:spcAft>
      <a:buNone/>
      <a:defRPr sz="1200" b="0" i="0" u="none" strike="noStrike" kern="1200" cap="none" spc="0" baseline="0">
        <a:solidFill>
          <a:schemeClr val="tx1"/>
        </a:solidFill>
        <a:latin typeface="Calibri" pitchFamily="0" charset="0"/>
        <a:ea typeface="等线" pitchFamily="0" charset="0"/>
        <a:cs typeface="Calibri" pitchFamily="0" charset="0"/>
      </a:defRPr>
    </a:lvl3pPr>
    <a:lvl4pPr marL="1371600" indent="0" algn="l" defTabSz="914400" eaLnBrk="1" fontAlgn="auto" latinLnBrk="0" hangingPunct="1">
      <a:lnSpc>
        <a:spcPct val="100000"/>
      </a:lnSpc>
      <a:spcBef>
        <a:spcPts val="0"/>
      </a:spcBef>
      <a:spcAft>
        <a:spcPts val="0"/>
      </a:spcAft>
      <a:buNone/>
      <a:defRPr sz="1200" b="0" i="0" u="none" strike="noStrike" kern="1200" cap="none" spc="0" baseline="0">
        <a:solidFill>
          <a:schemeClr val="tx1"/>
        </a:solidFill>
        <a:latin typeface="Calibri" pitchFamily="0" charset="0"/>
        <a:ea typeface="等线" pitchFamily="0" charset="0"/>
        <a:cs typeface="Calibri" pitchFamily="0" charset="0"/>
      </a:defRPr>
    </a:lvl4pPr>
    <a:lvl5pPr marL="1828800" indent="0" algn="l" defTabSz="914400" eaLnBrk="1" fontAlgn="auto" latinLnBrk="0" hangingPunct="1">
      <a:lnSpc>
        <a:spcPct val="100000"/>
      </a:lnSpc>
      <a:spcBef>
        <a:spcPts val="0"/>
      </a:spcBef>
      <a:spcAft>
        <a:spcPts val="0"/>
      </a:spcAft>
      <a:buNone/>
      <a:defRPr sz="1200" b="0" i="0" u="none" strike="noStrike" kern="1200" cap="none" spc="0" baseline="0">
        <a:solidFill>
          <a:schemeClr val="tx1"/>
        </a:solidFill>
        <a:latin typeface="Calibri" pitchFamily="0" charset="0"/>
        <a:ea typeface="等线" pitchFamily="0" charset="0"/>
        <a:cs typeface="Calibri" pitchFamily="0" charset="0"/>
      </a:defRPr>
    </a:lvl5pPr>
    <a:lvl6pPr marL="2286000" indent="0" algn="l" defTabSz="914400" eaLnBrk="1" fontAlgn="auto" latinLnBrk="0" hangingPunct="1">
      <a:lnSpc>
        <a:spcPct val="100000"/>
      </a:lnSpc>
      <a:spcBef>
        <a:spcPts val="0"/>
      </a:spcBef>
      <a:spcAft>
        <a:spcPts val="0"/>
      </a:spcAft>
      <a:buNone/>
      <a:defRPr sz="1200" b="0" i="0" u="none" strike="noStrike" kern="1200" cap="none" spc="0" baseline="0">
        <a:solidFill>
          <a:schemeClr val="tx1"/>
        </a:solidFill>
        <a:latin typeface="Calibri" pitchFamily="0" charset="0"/>
        <a:ea typeface="等线" pitchFamily="0" charset="0"/>
        <a:cs typeface="Calibri" pitchFamily="0" charset="0"/>
      </a:defRPr>
    </a:lvl6pPr>
    <a:lvl7pPr marL="2743200" indent="0" algn="l" defTabSz="914400" eaLnBrk="1" fontAlgn="auto" latinLnBrk="0" hangingPunct="1">
      <a:lnSpc>
        <a:spcPct val="100000"/>
      </a:lnSpc>
      <a:spcBef>
        <a:spcPts val="0"/>
      </a:spcBef>
      <a:spcAft>
        <a:spcPts val="0"/>
      </a:spcAft>
      <a:buNone/>
      <a:defRPr sz="1200" b="0" i="0" u="none" strike="noStrike" kern="1200" cap="none" spc="0" baseline="0">
        <a:solidFill>
          <a:schemeClr val="tx1"/>
        </a:solidFill>
        <a:latin typeface="Calibri" pitchFamily="0" charset="0"/>
        <a:ea typeface="等线" pitchFamily="0" charset="0"/>
        <a:cs typeface="Calibri" pitchFamily="0" charset="0"/>
      </a:defRPr>
    </a:lvl7pPr>
    <a:lvl8pPr marL="3200400" indent="0" algn="l" defTabSz="914400" eaLnBrk="1" fontAlgn="auto" latinLnBrk="0" hangingPunct="1">
      <a:lnSpc>
        <a:spcPct val="100000"/>
      </a:lnSpc>
      <a:spcBef>
        <a:spcPts val="0"/>
      </a:spcBef>
      <a:spcAft>
        <a:spcPts val="0"/>
      </a:spcAft>
      <a:buNone/>
      <a:defRPr sz="1200" b="0" i="0" u="none" strike="noStrike" kern="1200" cap="none" spc="0" baseline="0">
        <a:solidFill>
          <a:schemeClr val="tx1"/>
        </a:solidFill>
        <a:latin typeface="Calibri" pitchFamily="0" charset="0"/>
        <a:ea typeface="等线" pitchFamily="0" charset="0"/>
        <a:cs typeface="Calibri" pitchFamily="0" charset="0"/>
      </a:defRPr>
    </a:lvl8pPr>
    <a:lvl9pPr marL="3200400" indent="0" algn="l" defTabSz="914400" eaLnBrk="1" fontAlgn="auto" latinLnBrk="0" hangingPunct="1">
      <a:lnSpc>
        <a:spcPct val="100000"/>
      </a:lnSpc>
      <a:spcBef>
        <a:spcPts val="0"/>
      </a:spcBef>
      <a:spcAft>
        <a:spcPts val="0"/>
      </a:spcAft>
      <a:buNone/>
      <a:defRPr sz="1200" b="0" i="0" u="none" strike="noStrike" kern="1200" cap="none" spc="0" baseline="0">
        <a:solidFill>
          <a:schemeClr val="tx1"/>
        </a:solidFill>
        <a:latin typeface="Calibri" pitchFamily="0" charset="0"/>
        <a:ea typeface="等线" pitchFamily="0" charset="0"/>
        <a:cs typeface="Calibri" pitchFamily="0" charset="0"/>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notesSlide1.xml><?xml version="1.0" encoding="utf-8"?>
<p:notes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7" name="文本框"/>
          <p:cNvSpPr>
            <a:spLocks noGrp="1"/>
          </p:cNvSpPr>
          <p:nvPr>
            <p:ph type="sldNum" idx="5"/>
          </p:nvPr>
        </p:nvSpPr>
        <p:spPr>
          <a:xfrm rot="0">
            <a:off x="3884613" y="8685213"/>
            <a:ext cx="2971800" cy="458787"/>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Calibri" pitchFamily="0" charset="0"/>
                <a:ea typeface="等线" pitchFamily="0" charset="0"/>
                <a:cs typeface="Calibri" pitchFamily="0" charset="0"/>
              </a:rPr>
              <a:t>1</a:t>
            </a:fld>
            <a:endParaRPr lang="zh-CN" altLang="en-US" sz="1200">
              <a:latin typeface="Calibri" pitchFamily="0" charset="0"/>
              <a:ea typeface="等线" pitchFamily="0" charset="0"/>
              <a:cs typeface="Calibri" pitchFamily="0" charset="0"/>
            </a:endParaRPr>
          </a:p>
        </p:txBody>
      </p:sp>
      <p:sp>
        <p:nvSpPr>
          <p:cNvPr id="12" name="对象"/>
          <p:cNvSpPr>
            <a:spLocks noGrp="1" noChangeAspect="1"/>
          </p:cNvSpPr>
          <p:nvPr>
            <p:ph type="sldImg"/>
          </p:nvPr>
        </p:nvSpPr>
        <p:spPr>
          <a:xfrm rot="0">
            <a:off x="685800" y="1143000"/>
            <a:ext cx="5486400" cy="3086100"/>
          </a:xfrm>
          <a:prstGeom prst="rect"/>
          <a:noFill/>
          <a:ln w="12700" cmpd="sng" cap="flat">
            <a:noFill/>
            <a:prstDash val="solid"/>
            <a:miter/>
          </a:ln>
        </p:spPr>
      </p:sp>
      <p:sp>
        <p:nvSpPr>
          <p:cNvPr id="13" name="文本框"/>
          <p:cNvSpPr>
            <a:spLocks noGrp="1"/>
          </p:cNvSpPr>
          <p:nvPr>
            <p:ph type="body" idx="1"/>
          </p:nvPr>
        </p:nvSpPr>
        <p:spPr>
          <a:xfrm rot="0">
            <a:off x="685800" y="4400550"/>
            <a:ext cx="5486400" cy="3600450"/>
          </a:xfrm>
          <a:prstGeom prst="rect"/>
          <a:noFill/>
          <a:ln w="12700" cmpd="sng" cap="flat">
            <a:noFill/>
            <a:prstDash val="solid"/>
            <a:miter/>
          </a:ln>
        </p:spPr>
        <p:txBody>
          <a:bodyPr vert="horz" wrap="square" lIns="91440" tIns="45720" rIns="91440" bIns="45720" anchor="t" anchorCtr="0">
            <a:prstTxWarp prst="textNoShape"/>
          </a:bodyPr>
          <a:lstStyle/>
          <a:p>
            <a:r>
              <a:rPr lang="en-US" altLang="zh-CN"/>
              <a:t>SAY (15 sec): "Good [morning/afternoon], we're [team name]. We built GridGuard AI, an outage and equipment failure advisor, for the Utilities track — Problem U1. It turns raw sensor and weather data into a prioritised action plan for grid operators." Then move straight to the next slide.</a:t>
            </a:r>
            <a:endParaRPr lang="zh-CN" altLang="en-US"/>
          </a:p>
        </p:txBody>
      </p:sp>
    </p:spTree>
    <p:extLst>
      <p:ext uri="{BB962C8B-B14F-4D97-AF65-F5344CB8AC3E}">
        <p14:creationId xmlns:p14="http://schemas.microsoft.com/office/powerpoint/2010/main" val="19983758"/>
      </p:ext>
    </p:extLst>
  </p:cSld>
  <p:clrMapOvr>
    <a:masterClrMapping/>
  </p:clrMapOvr>
</p:notes>
</file>

<file path=ppt/notesSlides/notesSlide2.xml><?xml version="1.0" encoding="utf-8"?>
<p:notes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7" name="文本框"/>
          <p:cNvSpPr>
            <a:spLocks noGrp="1"/>
          </p:cNvSpPr>
          <p:nvPr>
            <p:ph type="sldNum" idx="5"/>
          </p:nvPr>
        </p:nvSpPr>
        <p:spPr>
          <a:xfrm rot="0">
            <a:off x="3884613" y="8685213"/>
            <a:ext cx="2971800" cy="458787"/>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Calibri" pitchFamily="0" charset="0"/>
                <a:ea typeface="等线" pitchFamily="0" charset="0"/>
                <a:cs typeface="Calibri" pitchFamily="0" charset="0"/>
              </a:rPr>
              <a:t>2</a:t>
            </a:fld>
            <a:endParaRPr lang="zh-CN" altLang="en-US" sz="1200">
              <a:latin typeface="Calibri" pitchFamily="0" charset="0"/>
              <a:ea typeface="等线" pitchFamily="0" charset="0"/>
              <a:cs typeface="Calibri" pitchFamily="0" charset="0"/>
            </a:endParaRPr>
          </a:p>
        </p:txBody>
      </p:sp>
      <p:sp>
        <p:nvSpPr>
          <p:cNvPr id="27" name="对象"/>
          <p:cNvSpPr>
            <a:spLocks noGrp="1" noChangeAspect="1"/>
          </p:cNvSpPr>
          <p:nvPr>
            <p:ph type="sldImg"/>
          </p:nvPr>
        </p:nvSpPr>
        <p:spPr>
          <a:xfrm rot="0">
            <a:off x="685800" y="1143000"/>
            <a:ext cx="5486400" cy="3086100"/>
          </a:xfrm>
          <a:prstGeom prst="rect"/>
          <a:noFill/>
          <a:ln w="12700" cmpd="sng" cap="flat">
            <a:noFill/>
            <a:prstDash val="solid"/>
            <a:miter/>
          </a:ln>
        </p:spPr>
      </p:sp>
      <p:sp>
        <p:nvSpPr>
          <p:cNvPr id="28" name="文本框"/>
          <p:cNvSpPr>
            <a:spLocks noGrp="1"/>
          </p:cNvSpPr>
          <p:nvPr>
            <p:ph type="body" idx="1"/>
          </p:nvPr>
        </p:nvSpPr>
        <p:spPr>
          <a:xfrm rot="0">
            <a:off x="685800" y="4400550"/>
            <a:ext cx="5486400" cy="3600450"/>
          </a:xfrm>
          <a:prstGeom prst="rect"/>
          <a:noFill/>
          <a:ln w="12700" cmpd="sng" cap="flat">
            <a:noFill/>
            <a:prstDash val="solid"/>
            <a:miter/>
          </a:ln>
        </p:spPr>
        <p:txBody>
          <a:bodyPr vert="horz" wrap="square" lIns="91440" tIns="45720" rIns="91440" bIns="45720" anchor="t" anchorCtr="0">
            <a:prstTxWarp prst="textNoShape"/>
          </a:bodyPr>
          <a:lstStyle/>
          <a:p>
            <a:r>
              <a:rPr lang="en-US" altLang="zh-CN"/>
              <a:t>SAY (30 sec): "Three things are true today. One — utilities already have the sensors: temperature, vibration, partial discharge, oil quality. That data already shows failures coming weeks in advance, but nobody's analysing it, so maintenance still runs on a fixed calendar. Two — weather forecasts sit in a totally separate system, so a storm hitting an already-degrading transformer never triggers extra urgency. Three — the cost of getting this wrong is enormous: over a million dollars per hour of outage. That's the gap we closed."</a:t>
            </a:r>
            <a:endParaRPr lang="zh-CN" altLang="en-US"/>
          </a:p>
        </p:txBody>
      </p:sp>
    </p:spTree>
    <p:extLst>
      <p:ext uri="{BB962C8B-B14F-4D97-AF65-F5344CB8AC3E}">
        <p14:creationId xmlns:p14="http://schemas.microsoft.com/office/powerpoint/2010/main" val="1471921168"/>
      </p:ext>
    </p:extLst>
  </p:cSld>
  <p:clrMapOvr>
    <a:masterClrMapping/>
  </p:clrMapOvr>
</p:notes>
</file>

<file path=ppt/notesSlides/notesSlide3.xml><?xml version="1.0" encoding="utf-8"?>
<p:notes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7" name="文本框"/>
          <p:cNvSpPr>
            <a:spLocks noGrp="1"/>
          </p:cNvSpPr>
          <p:nvPr>
            <p:ph type="sldNum" idx="5"/>
          </p:nvPr>
        </p:nvSpPr>
        <p:spPr>
          <a:xfrm rot="0">
            <a:off x="3884613" y="8685213"/>
            <a:ext cx="2971800" cy="458787"/>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Calibri" pitchFamily="0" charset="0"/>
                <a:ea typeface="等线" pitchFamily="0" charset="0"/>
                <a:cs typeface="Calibri" pitchFamily="0" charset="0"/>
              </a:rPr>
              <a:t>3</a:t>
            </a:fld>
            <a:endParaRPr lang="zh-CN" altLang="en-US" sz="1200">
              <a:latin typeface="Calibri" pitchFamily="0" charset="0"/>
              <a:ea typeface="等线" pitchFamily="0" charset="0"/>
              <a:cs typeface="Calibri" pitchFamily="0" charset="0"/>
            </a:endParaRPr>
          </a:p>
        </p:txBody>
      </p:sp>
      <p:sp>
        <p:nvSpPr>
          <p:cNvPr id="51" name="对象"/>
          <p:cNvSpPr>
            <a:spLocks noGrp="1" noChangeAspect="1"/>
          </p:cNvSpPr>
          <p:nvPr>
            <p:ph type="sldImg"/>
          </p:nvPr>
        </p:nvSpPr>
        <p:spPr>
          <a:xfrm rot="0">
            <a:off x="685800" y="1143000"/>
            <a:ext cx="5486400" cy="3086100"/>
          </a:xfrm>
          <a:prstGeom prst="rect"/>
          <a:noFill/>
          <a:ln w="12700" cmpd="sng" cap="flat">
            <a:noFill/>
            <a:prstDash val="solid"/>
            <a:miter/>
          </a:ln>
        </p:spPr>
      </p:sp>
      <p:sp>
        <p:nvSpPr>
          <p:cNvPr id="52" name="文本框"/>
          <p:cNvSpPr>
            <a:spLocks noGrp="1"/>
          </p:cNvSpPr>
          <p:nvPr>
            <p:ph type="body" idx="1"/>
          </p:nvPr>
        </p:nvSpPr>
        <p:spPr>
          <a:xfrm rot="0">
            <a:off x="685800" y="4400550"/>
            <a:ext cx="5486400" cy="3600450"/>
          </a:xfrm>
          <a:prstGeom prst="rect"/>
          <a:noFill/>
          <a:ln w="12700" cmpd="sng" cap="flat">
            <a:noFill/>
            <a:prstDash val="solid"/>
            <a:miter/>
          </a:ln>
        </p:spPr>
        <p:txBody>
          <a:bodyPr vert="horz" wrap="square" lIns="91440" tIns="45720" rIns="91440" bIns="45720" anchor="t" anchorCtr="0">
            <a:prstTxWarp prst="textNoShape"/>
          </a:bodyPr>
          <a:lstStyle/>
          <a:p>
            <a:r>
              <a:rPr lang="en-US" altLang="zh-CN"/>
              <a:t>SAY (40 sec): "GridGuard scores every asset from 0 to 100 using seven weighted factors — age, hotspot temperature, vibration, partial discharge, oil quality, days since maintenance, and the weather severity forecast for that region. It's deliberately explainable, not a black box — an operator can see exactly why an asset scored what it did, which matters because utilities have to justify maintenance spend to regulators. Then, with one click, we re-rank the critical and high-risk assets by risk times grid-impact — so an asset that would take out a hospital feed gets prioritised even over a slightly riskier asset in a low-impact area — and we generate a concrete crew dispatch plan with real time windows."</a:t>
            </a:r>
            <a:endParaRPr lang="zh-CN" altLang="en-US"/>
          </a:p>
        </p:txBody>
      </p:sp>
    </p:spTree>
    <p:extLst>
      <p:ext uri="{BB962C8B-B14F-4D97-AF65-F5344CB8AC3E}">
        <p14:creationId xmlns:p14="http://schemas.microsoft.com/office/powerpoint/2010/main" val="1936800468"/>
      </p:ext>
    </p:extLst>
  </p:cSld>
  <p:clrMapOvr>
    <a:masterClrMapping/>
  </p:clrMapOvr>
</p:notes>
</file>

<file path=ppt/notesSlides/notesSlide4.xml><?xml version="1.0" encoding="utf-8"?>
<p:notes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7" name="文本框"/>
          <p:cNvSpPr>
            <a:spLocks noGrp="1"/>
          </p:cNvSpPr>
          <p:nvPr>
            <p:ph type="sldNum" idx="5"/>
          </p:nvPr>
        </p:nvSpPr>
        <p:spPr>
          <a:xfrm rot="0">
            <a:off x="3884613" y="8685213"/>
            <a:ext cx="2971800" cy="458787"/>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Calibri" pitchFamily="0" charset="0"/>
                <a:ea typeface="等线" pitchFamily="0" charset="0"/>
                <a:cs typeface="Calibri" pitchFamily="0" charset="0"/>
              </a:rPr>
              <a:t>4</a:t>
            </a:fld>
            <a:endParaRPr lang="zh-CN" altLang="en-US" sz="1200">
              <a:latin typeface="Calibri" pitchFamily="0" charset="0"/>
              <a:ea typeface="等线" pitchFamily="0" charset="0"/>
              <a:cs typeface="Calibri" pitchFamily="0" charset="0"/>
            </a:endParaRPr>
          </a:p>
        </p:txBody>
      </p:sp>
      <p:sp>
        <p:nvSpPr>
          <p:cNvPr id="61" name="对象"/>
          <p:cNvSpPr>
            <a:spLocks noGrp="1" noChangeAspect="1"/>
          </p:cNvSpPr>
          <p:nvPr>
            <p:ph type="sldImg"/>
          </p:nvPr>
        </p:nvSpPr>
        <p:spPr>
          <a:xfrm rot="0">
            <a:off x="685800" y="1143000"/>
            <a:ext cx="5486400" cy="3086100"/>
          </a:xfrm>
          <a:prstGeom prst="rect"/>
          <a:noFill/>
          <a:ln w="12700" cmpd="sng" cap="flat">
            <a:noFill/>
            <a:prstDash val="solid"/>
            <a:miter/>
          </a:ln>
        </p:spPr>
      </p:sp>
      <p:sp>
        <p:nvSpPr>
          <p:cNvPr id="62" name="文本框"/>
          <p:cNvSpPr>
            <a:spLocks noGrp="1"/>
          </p:cNvSpPr>
          <p:nvPr>
            <p:ph type="body" idx="1"/>
          </p:nvPr>
        </p:nvSpPr>
        <p:spPr>
          <a:xfrm rot="0">
            <a:off x="685800" y="4400550"/>
            <a:ext cx="5486400" cy="3600450"/>
          </a:xfrm>
          <a:prstGeom prst="rect"/>
          <a:noFill/>
          <a:ln w="12700" cmpd="sng" cap="flat">
            <a:noFill/>
            <a:prstDash val="solid"/>
            <a:miter/>
          </a:ln>
        </p:spPr>
        <p:txBody>
          <a:bodyPr vert="horz" wrap="square" lIns="91440" tIns="45720" rIns="91440" bIns="45720" anchor="t" anchorCtr="0">
            <a:prstTxWarp prst="textNoShape"/>
          </a:bodyPr>
          <a:lstStyle/>
          <a:p>
            <a:r>
              <a:rPr lang="en-US" altLang="zh-CN"/>
              <a:t>SAY (30 sec, THEN SWITCH TO LIVE DEMO IF YOU CAN): "Here's the actual app — this chart is a real screenshot, not a mockup. Everything runs in a single HTML file with zero installs and zero API keys, which matters for judges: it will just work, every time. If you can, alt-tab to src/index.html right now, click a table column to sort it, then click 'Generate Maintenance &amp; Crew Plan' live and read one line of the output out loud — that's the strongest 20 seconds of your whole pitch. If you can't demo live, stay on this slide and narrate the data flow on the right: sensor data in, risk score out, ranked table and chart, then the plan generator."</a:t>
            </a:r>
            <a:endParaRPr lang="zh-CN" altLang="en-US"/>
          </a:p>
        </p:txBody>
      </p:sp>
    </p:spTree>
    <p:extLst>
      <p:ext uri="{BB962C8B-B14F-4D97-AF65-F5344CB8AC3E}">
        <p14:creationId xmlns:p14="http://schemas.microsoft.com/office/powerpoint/2010/main" val="1719346130"/>
      </p:ext>
    </p:extLst>
  </p:cSld>
  <p:clrMapOvr>
    <a:masterClrMapping/>
  </p:clrMapOvr>
</p:notes>
</file>

<file path=ppt/notesSlides/notesSlide5.xml><?xml version="1.0" encoding="utf-8"?>
<p:notes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7" name="文本框"/>
          <p:cNvSpPr>
            <a:spLocks noGrp="1"/>
          </p:cNvSpPr>
          <p:nvPr>
            <p:ph type="sldNum" idx="5"/>
          </p:nvPr>
        </p:nvSpPr>
        <p:spPr>
          <a:xfrm rot="0">
            <a:off x="3884613" y="8685213"/>
            <a:ext cx="2971800" cy="458787"/>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Calibri" pitchFamily="0" charset="0"/>
                <a:ea typeface="等线" pitchFamily="0" charset="0"/>
                <a:cs typeface="Calibri" pitchFamily="0" charset="0"/>
              </a:rPr>
              <a:t>5</a:t>
            </a:fld>
            <a:endParaRPr lang="zh-CN" altLang="en-US" sz="1200">
              <a:latin typeface="Calibri" pitchFamily="0" charset="0"/>
              <a:ea typeface="等线" pitchFamily="0" charset="0"/>
              <a:cs typeface="Calibri" pitchFamily="0" charset="0"/>
            </a:endParaRPr>
          </a:p>
        </p:txBody>
      </p:sp>
      <p:sp>
        <p:nvSpPr>
          <p:cNvPr id="76" name="对象"/>
          <p:cNvSpPr>
            <a:spLocks noGrp="1" noChangeAspect="1"/>
          </p:cNvSpPr>
          <p:nvPr>
            <p:ph type="sldImg"/>
          </p:nvPr>
        </p:nvSpPr>
        <p:spPr>
          <a:xfrm rot="0">
            <a:off x="685800" y="1143000"/>
            <a:ext cx="5486400" cy="3086100"/>
          </a:xfrm>
          <a:prstGeom prst="rect"/>
          <a:noFill/>
          <a:ln w="12700" cmpd="sng" cap="flat">
            <a:noFill/>
            <a:prstDash val="solid"/>
            <a:miter/>
          </a:ln>
        </p:spPr>
      </p:sp>
      <p:sp>
        <p:nvSpPr>
          <p:cNvPr id="77" name="文本框"/>
          <p:cNvSpPr>
            <a:spLocks noGrp="1"/>
          </p:cNvSpPr>
          <p:nvPr>
            <p:ph type="body" idx="1"/>
          </p:nvPr>
        </p:nvSpPr>
        <p:spPr>
          <a:xfrm rot="0">
            <a:off x="685800" y="4400550"/>
            <a:ext cx="5486400" cy="3600450"/>
          </a:xfrm>
          <a:prstGeom prst="rect"/>
          <a:noFill/>
          <a:ln w="12700" cmpd="sng" cap="flat">
            <a:noFill/>
            <a:prstDash val="solid"/>
            <a:miter/>
          </a:ln>
        </p:spPr>
        <p:txBody>
          <a:bodyPr vert="horz" wrap="square" lIns="91440" tIns="45720" rIns="91440" bIns="45720" anchor="t" anchorCtr="0">
            <a:prstTxWarp prst="textNoShape"/>
          </a:bodyPr>
          <a:lstStyle/>
          <a:p>
            <a:r>
              <a:rPr lang="en-US" altLang="zh-CN"/>
              <a:t>SAY (25 sec): "We used IBM Bob in agent mode during the build itself — not just to write the README. We used it to scaffold the risk-scoring engine from a plain-English spec, to iterate on the crew-plan ranking logic, and to review the final code before submission." IMPORTANT — if a judge asks a follow-up, be ready to actually open Bob and show one real exchange from your session. If you haven't used Bob yet, do a quick 10-minute session before you present — install from bob.ibm.com/download, sign in, and ask it to review src/index.html or suggest one improvement. Even one real screenshot beats a generic claim here.</a:t>
            </a:r>
            <a:endParaRPr lang="zh-CN" altLang="en-US"/>
          </a:p>
        </p:txBody>
      </p:sp>
    </p:spTree>
    <p:extLst>
      <p:ext uri="{BB962C8B-B14F-4D97-AF65-F5344CB8AC3E}">
        <p14:creationId xmlns:p14="http://schemas.microsoft.com/office/powerpoint/2010/main" val="1887624937"/>
      </p:ext>
    </p:extLst>
  </p:cSld>
  <p:clrMapOvr>
    <a:masterClrMapping/>
  </p:clrMapOvr>
</p:notes>
</file>

<file path=ppt/notesSlides/notesSlide6.xml><?xml version="1.0" encoding="utf-8"?>
<p:notes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7" name="文本框"/>
          <p:cNvSpPr>
            <a:spLocks noGrp="1"/>
          </p:cNvSpPr>
          <p:nvPr>
            <p:ph type="sldNum" idx="5"/>
          </p:nvPr>
        </p:nvSpPr>
        <p:spPr>
          <a:xfrm rot="0">
            <a:off x="3884613" y="8685213"/>
            <a:ext cx="2971800" cy="458787"/>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Calibri" pitchFamily="0" charset="0"/>
                <a:ea typeface="等线" pitchFamily="0" charset="0"/>
                <a:cs typeface="Calibri" pitchFamily="0" charset="0"/>
              </a:rPr>
              <a:t>6</a:t>
            </a:fld>
            <a:endParaRPr lang="zh-CN" altLang="en-US" sz="1200">
              <a:latin typeface="Calibri" pitchFamily="0" charset="0"/>
              <a:ea typeface="等线" pitchFamily="0" charset="0"/>
              <a:cs typeface="Calibri" pitchFamily="0" charset="0"/>
            </a:endParaRPr>
          </a:p>
        </p:txBody>
      </p:sp>
      <p:sp>
        <p:nvSpPr>
          <p:cNvPr id="92" name="对象"/>
          <p:cNvSpPr>
            <a:spLocks noGrp="1" noChangeAspect="1"/>
          </p:cNvSpPr>
          <p:nvPr>
            <p:ph type="sldImg"/>
          </p:nvPr>
        </p:nvSpPr>
        <p:spPr>
          <a:xfrm rot="0">
            <a:off x="685800" y="1143000"/>
            <a:ext cx="5486400" cy="3086100"/>
          </a:xfrm>
          <a:prstGeom prst="rect"/>
          <a:noFill/>
          <a:ln w="12700" cmpd="sng" cap="flat">
            <a:noFill/>
            <a:prstDash val="solid"/>
            <a:miter/>
          </a:ln>
        </p:spPr>
      </p:sp>
      <p:sp>
        <p:nvSpPr>
          <p:cNvPr id="93" name="文本框"/>
          <p:cNvSpPr>
            <a:spLocks noGrp="1"/>
          </p:cNvSpPr>
          <p:nvPr>
            <p:ph type="body" idx="1"/>
          </p:nvPr>
        </p:nvSpPr>
        <p:spPr>
          <a:xfrm rot="0">
            <a:off x="685800" y="4400550"/>
            <a:ext cx="5486400" cy="3600450"/>
          </a:xfrm>
          <a:prstGeom prst="rect"/>
          <a:noFill/>
          <a:ln w="12700" cmpd="sng" cap="flat">
            <a:noFill/>
            <a:prstDash val="solid"/>
            <a:miter/>
          </a:ln>
        </p:spPr>
        <p:txBody>
          <a:bodyPr vert="horz" wrap="square" lIns="91440" tIns="45720" rIns="91440" bIns="45720" anchor="t" anchorCtr="0">
            <a:prstTxWarp prst="textNoShape"/>
          </a:bodyPr>
          <a:lstStyle/>
          <a:p>
            <a:r>
              <a:rPr lang="en-US" altLang="zh-CN"/>
              <a:t>SAY (25 sec): "Today this runs on a synthetic 18-asset fleet with a transparent heuristic model — that was the right scope for one day, and we say so honestly rather than overclaiming. The next step is training a real model on historical failure labels through IBM watsonx.ai, using the exact same factors we're already logging. At scale, this plugs into live SCADA and weather feeds, with confirmed failures feeding back into the model over time. For a mid-size utility, even a small shift from reactive to predicted maintenance is worth millions a year."</a:t>
            </a:r>
            <a:endParaRPr lang="zh-CN" altLang="en-US"/>
          </a:p>
        </p:txBody>
      </p:sp>
    </p:spTree>
    <p:extLst>
      <p:ext uri="{BB962C8B-B14F-4D97-AF65-F5344CB8AC3E}">
        <p14:creationId xmlns:p14="http://schemas.microsoft.com/office/powerpoint/2010/main" val="1148092833"/>
      </p:ext>
    </p:extLst>
  </p:cSld>
  <p:clrMapOvr>
    <a:masterClrMapping/>
  </p:clrMapOvr>
</p:notes>
</file>

<file path=ppt/notesSlides/notesSlide7.xml><?xml version="1.0" encoding="utf-8"?>
<p:notes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7" name="文本框"/>
          <p:cNvSpPr>
            <a:spLocks noGrp="1"/>
          </p:cNvSpPr>
          <p:nvPr>
            <p:ph type="sldNum" idx="5"/>
          </p:nvPr>
        </p:nvSpPr>
        <p:spPr>
          <a:xfrm rot="0">
            <a:off x="3884613" y="8685213"/>
            <a:ext cx="2971800" cy="458787"/>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Calibri" pitchFamily="0" charset="0"/>
                <a:ea typeface="等线" pitchFamily="0" charset="0"/>
                <a:cs typeface="Calibri" pitchFamily="0" charset="0"/>
              </a:rPr>
              <a:t>7</a:t>
            </a:fld>
            <a:endParaRPr lang="zh-CN" altLang="en-US" sz="1200">
              <a:latin typeface="Calibri" pitchFamily="0" charset="0"/>
              <a:ea typeface="等线" pitchFamily="0" charset="0"/>
              <a:cs typeface="Calibri" pitchFamily="0" charset="0"/>
            </a:endParaRPr>
          </a:p>
        </p:txBody>
      </p:sp>
      <p:sp>
        <p:nvSpPr>
          <p:cNvPr id="97" name="对象"/>
          <p:cNvSpPr>
            <a:spLocks noGrp="1" noChangeAspect="1"/>
          </p:cNvSpPr>
          <p:nvPr>
            <p:ph type="sldImg"/>
          </p:nvPr>
        </p:nvSpPr>
        <p:spPr>
          <a:xfrm rot="0">
            <a:off x="685800" y="1143000"/>
            <a:ext cx="5486400" cy="3086100"/>
          </a:xfrm>
          <a:prstGeom prst="rect"/>
          <a:noFill/>
          <a:ln w="12700" cmpd="sng" cap="flat">
            <a:noFill/>
            <a:prstDash val="solid"/>
            <a:miter/>
          </a:ln>
        </p:spPr>
      </p:sp>
      <p:sp>
        <p:nvSpPr>
          <p:cNvPr id="98" name="文本框"/>
          <p:cNvSpPr>
            <a:spLocks noGrp="1"/>
          </p:cNvSpPr>
          <p:nvPr>
            <p:ph type="body" idx="1"/>
          </p:nvPr>
        </p:nvSpPr>
        <p:spPr>
          <a:xfrm rot="0">
            <a:off x="685800" y="4400550"/>
            <a:ext cx="5486400" cy="3600450"/>
          </a:xfrm>
          <a:prstGeom prst="rect"/>
          <a:noFill/>
          <a:ln w="12700" cmpd="sng" cap="flat">
            <a:noFill/>
            <a:prstDash val="solid"/>
            <a:miter/>
          </a:ln>
        </p:spPr>
        <p:txBody>
          <a:bodyPr vert="horz" wrap="square" lIns="91440" tIns="45720" rIns="91440" bIns="45720" anchor="t" anchorCtr="0">
            <a:prstTxWarp prst="textNoShape"/>
          </a:bodyPr>
          <a:lstStyle/>
          <a:p>
            <a:r>
              <a:rPr lang="en-US" altLang="zh-CN"/>
              <a:t>SAY (10 sec): "That's GridGuard AI — explainable risk scoring plus a one-click action plan, built to run anywhere with zero setup. Happy to take questions." Then stop talking — let the judges lead the Q&amp;A.</a:t>
            </a:r>
            <a:endParaRPr lang="zh-CN" altLang="en-US"/>
          </a:p>
        </p:txBody>
      </p:sp>
    </p:spTree>
    <p:extLst>
      <p:ext uri="{BB962C8B-B14F-4D97-AF65-F5344CB8AC3E}">
        <p14:creationId xmlns:p14="http://schemas.microsoft.com/office/powerpoint/2010/main" val="29481276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p="http://schemas.openxmlformats.org/presentationml/2006/main" xmlns:a="http://schemas.openxmlformats.org/drawingml/2006/main" xmlns:r="http://schemas.openxmlformats.org/officeDocument/2006/relationships" type="title" preserve="1">
  <p:cSld name="标题幻灯片">
    <p:spTree>
      <p:nvGrpSpPr>
        <p:cNvPr id="1" name=""/>
        <p:cNvGrpSpPr/>
        <p:nvPr/>
      </p:nvGrpSpPr>
      <p:grpSpPr>
        <a:xfrm>
          <a:off x="0" y="0"/>
          <a:ext cx="0" cy="0"/>
          <a:chOff x="0" y="0"/>
          <a:chExt cx="0" cy="0"/>
        </a:xfrm>
      </p:grpSpPr>
      <p:sp>
        <p:nvSpPr>
          <p:cNvPr id="2" name="文本框"/>
          <p:cNvSpPr>
            <a:spLocks noGrp="1"/>
          </p:cNvSpPr>
          <p:nvPr>
            <p:ph type="ctrTitle"/>
          </p:nvPr>
        </p:nvSpPr>
        <p:spPr>
          <a:xfrm>
            <a:off x="914400" y="2130425"/>
            <a:ext cx="10363200" cy="1470025"/>
          </a:xfrm>
        </p:spPr>
        <p:txBody>
          <a:bodyPr/>
          <a:lstStyle/>
          <a:p>
            <a:r>
              <a:rPr lang="zh-CN" altLang="en-US" smtClean="0"/>
              <a:t>单击此处编辑母版标题样式</a:t>
            </a:r>
            <a:endParaRPr lang="zh-CN" altLang="en-US"/>
          </a:p>
        </p:txBody>
      </p:sp>
      <p:sp>
        <p:nvSpPr>
          <p:cNvPr id="3" name="文本框"/>
          <p:cNvSpPr>
            <a:spLocks noGrp="1"/>
          </p:cNvSpPr>
          <p:nvPr>
            <p:ph type="subTitle" idx="1"/>
          </p:nvPr>
        </p:nvSpPr>
        <p:spPr>
          <a:xfrm>
            <a:off x="1828800" y="3886199"/>
            <a:ext cx="85344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smtClean="0"/>
              <a:t>单击此处编辑母版副标题样式</a:t>
            </a:r>
            <a:endParaRPr lang="zh-CN" altLang="en-US"/>
          </a:p>
        </p:txBody>
      </p:sp>
    </p:spTree>
    <p:extLst>
      <p:ext uri="{BB962C8B-B14F-4D97-AF65-F5344CB8AC3E}">
        <p14:creationId xmlns:p14="http://schemas.microsoft.com/office/powerpoint/2010/main" val="1870616957"/>
      </p:ext>
    </p:extLst>
  </p:cSld>
  <p:clrMapOvr>
    <a:masterClrMapping/>
  </p:clrMapOvr>
</p:sldLayout>
</file>

<file path=ppt/slideLayouts/slideLayout2.xml><?xml version="1.0" encoding="utf-8"?>
<p:sldLayout xmlns:p="http://schemas.openxmlformats.org/presentationml/2006/main" type="obj" preserve="1">
  <p:cSld name="标题和内容">
    <p:spTree>
      <p:nvGrpSpPr>
        <p:cNvPr id="1" name=""/>
        <p:cNvGrpSpPr/>
        <p:nvPr/>
      </p:nvGrpSpPr>
      <p:grpSpPr>
        <a:xfrm xmlns:a="http://schemas.openxmlformats.org/drawingml/2006/main">
          <a:off x="0" y="0"/>
          <a:ext cx="0" cy="0"/>
          <a:chOff x="0" y="0"/>
          <a:chExt cx="0" cy="0"/>
        </a:xfrm>
      </p:grpSpPr>
      <p:sp>
        <p:nvSpPr>
          <p:cNvPr id="2" name="文本框"/>
          <p:cNvSpPr>
            <a:spLocks xmlns:a="http://schemas.openxmlformats.org/drawingml/2006/main" noGrp="1"/>
          </p:cNvSpPr>
          <p:nvPr>
            <p:ph type="title"/>
          </p:nvPr>
        </p:nvSpPr>
        <p:spPr/>
        <p:txBody>
          <a:bodyPr xmlns:a="http://schemas.openxmlformats.org/drawingml/2006/main"/>
          <a:lstStyle xmlns:a="http://schemas.openxmlformats.org/drawingml/2006/main"/>
          <a:p xmlns:a="http://schemas.openxmlformats.org/drawingml/2006/main">
            <a:r>
              <a:rPr lang="zh-CN" altLang="en-US" smtClean="0"/>
              <a:t>单击此处编辑母版标题样式</a:t>
            </a:r>
            <a:endParaRPr lang="zh-CN" altLang="en-US"/>
          </a:p>
        </p:txBody>
      </p:sp>
      <p:sp>
        <p:nvSpPr>
          <p:cNvPr id="3" name="文本框"/>
          <p:cNvSpPr>
            <a:spLocks xmlns:a="http://schemas.openxmlformats.org/drawingml/2006/main" noGrp="1"/>
          </p:cNvSpPr>
          <p:nvPr>
            <p:ph idx="1"/>
          </p:nvPr>
        </p:nvSpPr>
        <p:spPr/>
        <p:txBody>
          <a:bodyPr xmlns:a="http://schemas.openxmlformats.org/drawingml/2006/main"/>
          <a:lstStyle xmlns:a="http://schemas.openxmlformats.org/drawingml/2006/main"/>
          <a:p xmlns:a="http://schemas.openxmlformats.org/drawingml/2006/main">
            <a:pPr lvl="0"/>
            <a:r>
              <a:rPr lang="zh-CN" altLang="en-US" smtClean="0"/>
              <a:t>单击此处编辑母版文本样式</a:t>
            </a:r>
          </a:p>
          <a:p xmlns:a="http://schemas.openxmlformats.org/drawingml/2006/main">
            <a:pPr lvl="1"/>
            <a:r>
              <a:rPr lang="zh-CN" altLang="en-US" smtClean="0"/>
              <a:t>第二级</a:t>
            </a:r>
          </a:p>
          <a:p xmlns:a="http://schemas.openxmlformats.org/drawingml/2006/main">
            <a:pPr lvl="2"/>
            <a:r>
              <a:rPr lang="zh-CN" altLang="en-US" smtClean="0"/>
              <a:t>第三级</a:t>
            </a:r>
          </a:p>
          <a:p xmlns:a="http://schemas.openxmlformats.org/drawingml/2006/main">
            <a:pPr lvl="3"/>
            <a:r>
              <a:rPr lang="zh-CN" altLang="en-US" smtClean="0"/>
              <a:t>第四级</a:t>
            </a:r>
          </a:p>
          <a:p xmlns:a="http://schemas.openxmlformats.org/drawingml/2006/main">
            <a:pPr lvl="4"/>
            <a:r>
              <a:rPr lang="zh-CN" altLang="en-US" smtClean="0"/>
              <a:t>第五级</a:t>
            </a:r>
            <a:endParaRPr lang="zh-CN" altLang="en-US"/>
          </a:p>
        </p:txBody>
      </p:sp>
    </p:spTree>
    <p:extLst>
      <p:ext uri="{BB962C8B-B14F-4D97-AF65-F5344CB8AC3E}">
        <p14:creationId xmlns:p14="http://schemas.microsoft.com/office/powerpoint/2010/main" val="1580765201"/>
      </p:ext>
    </p:extLst>
  </p:cSld>
  <p:clrMapOvr>
    <a:masterClrMapping xmlns:a="http://schemas.openxmlformats.org/drawingml/2006/main"/>
  </p:clrMapOvr>
</p:sldLayout>
</file>

<file path=ppt/slideLayouts/slideLayout3.xml><?xml version="1.0" encoding="utf-8"?>
<p:sldLayout xmlns:p="http://schemas.openxmlformats.org/presentationml/2006/main" type="secHead" preserve="1">
  <p:cSld name="节标题">
    <p:spTree>
      <p:nvGrpSpPr>
        <p:cNvPr id="1" name=""/>
        <p:cNvGrpSpPr/>
        <p:nvPr/>
      </p:nvGrpSpPr>
      <p:grpSpPr>
        <a:xfrm xmlns:a="http://schemas.openxmlformats.org/drawingml/2006/main">
          <a:off x="0" y="0"/>
          <a:ext cx="0" cy="0"/>
          <a:chOff x="0" y="0"/>
          <a:chExt cx="0" cy="0"/>
        </a:xfrm>
      </p:grpSpPr>
      <p:sp>
        <p:nvSpPr>
          <p:cNvPr id="2" name="文本框"/>
          <p:cNvSpPr>
            <a:spLocks xmlns:a="http://schemas.openxmlformats.org/drawingml/2006/main" noGrp="1"/>
          </p:cNvSpPr>
          <p:nvPr>
            <p:ph type="title"/>
          </p:nvPr>
        </p:nvSpPr>
        <p:spPr>
          <a:xfrm xmlns:a="http://schemas.openxmlformats.org/drawingml/2006/main">
            <a:off x="722313" y="4406900"/>
            <a:ext cx="7772400" cy="1362075"/>
          </a:xfrm>
        </p:spPr>
        <p:txBody>
          <a:bodyPr xmlns:a="http://schemas.openxmlformats.org/drawingml/2006/main" anchor="t"/>
          <a:lstStyle xmlns:a="http://schemas.openxmlformats.org/drawingml/2006/main">
            <a:lvl1pPr algn="l">
              <a:defRPr sz="4000" b="1" cap="all"/>
            </a:lvl1pPr>
          </a:lstStyle>
          <a:p xmlns:a="http://schemas.openxmlformats.org/drawingml/2006/main">
            <a:r>
              <a:rPr lang="zh-CN" altLang="en-US" smtClean="0"/>
              <a:t>单击此处编辑母版标题样式</a:t>
            </a:r>
            <a:endParaRPr lang="zh-CN" altLang="en-US"/>
          </a:p>
        </p:txBody>
      </p:sp>
      <p:sp>
        <p:nvSpPr>
          <p:cNvPr id="3" name="文本框"/>
          <p:cNvSpPr>
            <a:spLocks xmlns:a="http://schemas.openxmlformats.org/drawingml/2006/main" noGrp="1"/>
          </p:cNvSpPr>
          <p:nvPr>
            <p:ph type="body" idx="1"/>
          </p:nvPr>
        </p:nvSpPr>
        <p:spPr>
          <a:xfrm xmlns:a="http://schemas.openxmlformats.org/drawingml/2006/main">
            <a:off x="722313" y="2906713"/>
            <a:ext cx="7772400" cy="1500187"/>
          </a:xfrm>
        </p:spPr>
        <p:txBody>
          <a:bodyPr xmlns:a="http://schemas.openxmlformats.org/drawingml/2006/main" anchor="b"/>
          <a:lstStyle xmlns:a="http://schemas.openxmlformats.org/drawingml/2006/main">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xmlns:a="http://schemas.openxmlformats.org/drawingml/2006/main">
            <a:pPr lvl="0"/>
            <a:r>
              <a:rPr lang="zh-CN" altLang="en-US" smtClean="0"/>
              <a:t>单击此处编辑母版文本样式</a:t>
            </a:r>
          </a:p>
        </p:txBody>
      </p:sp>
    </p:spTree>
    <p:extLst>
      <p:ext uri="{BB962C8B-B14F-4D97-AF65-F5344CB8AC3E}">
        <p14:creationId xmlns:p14="http://schemas.microsoft.com/office/powerpoint/2010/main" val="1636916619"/>
      </p:ext>
    </p:extLst>
  </p:cSld>
  <p:clrMapOvr>
    <a:masterClrMapping xmlns:a="http://schemas.openxmlformats.org/drawingml/2006/main"/>
  </p:clrMapOvr>
</p:sldLayout>
</file>

<file path=ppt/slideLayouts/slideLayout4.xml><?xml version="1.0" encoding="utf-8"?>
<p:sldLayout xmlns:p="http://schemas.openxmlformats.org/presentationml/2006/main" type="twoObj" preserve="1">
  <p:cSld name="两栏内容">
    <p:spTree>
      <p:nvGrpSpPr>
        <p:cNvPr id="1" name=""/>
        <p:cNvGrpSpPr/>
        <p:nvPr/>
      </p:nvGrpSpPr>
      <p:grpSpPr>
        <a:xfrm xmlns:a="http://schemas.openxmlformats.org/drawingml/2006/main">
          <a:off x="0" y="0"/>
          <a:ext cx="0" cy="0"/>
          <a:chOff x="0" y="0"/>
          <a:chExt cx="0" cy="0"/>
        </a:xfrm>
      </p:grpSpPr>
      <p:sp>
        <p:nvSpPr>
          <p:cNvPr id="2" name="文本框"/>
          <p:cNvSpPr>
            <a:spLocks xmlns:a="http://schemas.openxmlformats.org/drawingml/2006/main" noGrp="1"/>
          </p:cNvSpPr>
          <p:nvPr>
            <p:ph type="title"/>
          </p:nvPr>
        </p:nvSpPr>
        <p:spPr/>
        <p:txBody>
          <a:bodyPr xmlns:a="http://schemas.openxmlformats.org/drawingml/2006/main"/>
          <a:lstStyle xmlns:a="http://schemas.openxmlformats.org/drawingml/2006/main"/>
          <a:p xmlns:a="http://schemas.openxmlformats.org/drawingml/2006/main">
            <a:r>
              <a:rPr lang="zh-CN" altLang="en-US" smtClean="0"/>
              <a:t>单击此处编辑母版标题样式</a:t>
            </a:r>
            <a:endParaRPr lang="zh-CN" altLang="en-US"/>
          </a:p>
        </p:txBody>
      </p:sp>
      <p:sp>
        <p:nvSpPr>
          <p:cNvPr id="3" name="文本框"/>
          <p:cNvSpPr>
            <a:spLocks xmlns:a="http://schemas.openxmlformats.org/drawingml/2006/main" noGrp="1"/>
          </p:cNvSpPr>
          <p:nvPr>
            <p:ph sz="half" idx="1"/>
          </p:nvPr>
        </p:nvSpPr>
        <p:spPr>
          <a:xfrm xmlns:a="http://schemas.openxmlformats.org/drawingml/2006/main">
            <a:off x="457200" y="1600200"/>
            <a:ext cx="4038600" cy="4525963"/>
          </a:xfrm>
        </p:spPr>
        <p:txBody>
          <a:bodyPr xmlns:a="http://schemas.openxmlformats.org/drawingml/2006/main"/>
          <a:lstStyle xmlns:a="http://schemas.openxmlformats.org/drawingml/2006/main">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xmlns:a="http://schemas.openxmlformats.org/drawingml/2006/main">
            <a:pPr lvl="0"/>
            <a:r>
              <a:rPr lang="zh-CN" altLang="en-US" smtClean="0"/>
              <a:t>单击此处编辑母版文本样式</a:t>
            </a:r>
          </a:p>
          <a:p xmlns:a="http://schemas.openxmlformats.org/drawingml/2006/main">
            <a:pPr lvl="1"/>
            <a:r>
              <a:rPr lang="zh-CN" altLang="en-US" smtClean="0"/>
              <a:t>第二级</a:t>
            </a:r>
          </a:p>
          <a:p xmlns:a="http://schemas.openxmlformats.org/drawingml/2006/main">
            <a:pPr lvl="2"/>
            <a:r>
              <a:rPr lang="zh-CN" altLang="en-US" smtClean="0"/>
              <a:t>第三级</a:t>
            </a:r>
          </a:p>
          <a:p xmlns:a="http://schemas.openxmlformats.org/drawingml/2006/main">
            <a:pPr lvl="3"/>
            <a:r>
              <a:rPr lang="zh-CN" altLang="en-US" smtClean="0"/>
              <a:t>第四级</a:t>
            </a:r>
          </a:p>
          <a:p xmlns:a="http://schemas.openxmlformats.org/drawingml/2006/main">
            <a:pPr lvl="4"/>
            <a:r>
              <a:rPr lang="zh-CN" altLang="en-US" smtClean="0"/>
              <a:t>第五级</a:t>
            </a:r>
            <a:endParaRPr lang="zh-CN" altLang="en-US"/>
          </a:p>
        </p:txBody>
      </p:sp>
      <p:sp>
        <p:nvSpPr>
          <p:cNvPr id="4" name="文本框"/>
          <p:cNvSpPr>
            <a:spLocks xmlns:a="http://schemas.openxmlformats.org/drawingml/2006/main" noGrp="1"/>
          </p:cNvSpPr>
          <p:nvPr>
            <p:ph sz="half" idx="2"/>
          </p:nvPr>
        </p:nvSpPr>
        <p:spPr>
          <a:xfrm xmlns:a="http://schemas.openxmlformats.org/drawingml/2006/main">
            <a:off x="4648200" y="1600200"/>
            <a:ext cx="4038600" cy="4525963"/>
          </a:xfrm>
        </p:spPr>
        <p:txBody>
          <a:bodyPr xmlns:a="http://schemas.openxmlformats.org/drawingml/2006/main"/>
          <a:lstStyle xmlns:a="http://schemas.openxmlformats.org/drawingml/2006/main">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xmlns:a="http://schemas.openxmlformats.org/drawingml/2006/main">
            <a:pPr lvl="0"/>
            <a:r>
              <a:rPr lang="zh-CN" altLang="en-US" smtClean="0"/>
              <a:t>单击此处编辑母版文本样式</a:t>
            </a:r>
          </a:p>
          <a:p xmlns:a="http://schemas.openxmlformats.org/drawingml/2006/main">
            <a:pPr lvl="1"/>
            <a:r>
              <a:rPr lang="zh-CN" altLang="en-US" smtClean="0"/>
              <a:t>第二级</a:t>
            </a:r>
          </a:p>
          <a:p xmlns:a="http://schemas.openxmlformats.org/drawingml/2006/main">
            <a:pPr lvl="2"/>
            <a:r>
              <a:rPr lang="zh-CN" altLang="en-US" smtClean="0"/>
              <a:t>第三级</a:t>
            </a:r>
          </a:p>
          <a:p xmlns:a="http://schemas.openxmlformats.org/drawingml/2006/main">
            <a:pPr lvl="3"/>
            <a:r>
              <a:rPr lang="zh-CN" altLang="en-US" smtClean="0"/>
              <a:t>第四级</a:t>
            </a:r>
          </a:p>
          <a:p xmlns:a="http://schemas.openxmlformats.org/drawingml/2006/main">
            <a:pPr lvl="4"/>
            <a:r>
              <a:rPr lang="zh-CN" altLang="en-US" smtClean="0"/>
              <a:t>第五级</a:t>
            </a:r>
            <a:endParaRPr lang="zh-CN" altLang="en-US"/>
          </a:p>
        </p:txBody>
      </p:sp>
    </p:spTree>
    <p:extLst>
      <p:ext uri="{BB962C8B-B14F-4D97-AF65-F5344CB8AC3E}">
        <p14:creationId xmlns:p14="http://schemas.microsoft.com/office/powerpoint/2010/main" val="1447016399"/>
      </p:ext>
    </p:extLst>
  </p:cSld>
  <p:clrMapOvr>
    <a:masterClrMapping xmlns:a="http://schemas.openxmlformats.org/drawingml/2006/main"/>
  </p:clrMapOvr>
</p:sldLayout>
</file>

<file path=ppt/slideLayouts/slideLayout5.xml><?xml version="1.0" encoding="utf-8"?>
<p:sldLayout xmlns:p="http://schemas.openxmlformats.org/presentationml/2006/main" type="twoTxTwoObj" preserve="1">
  <p:cSld name="比较">
    <p:spTree>
      <p:nvGrpSpPr>
        <p:cNvPr id="1" name=""/>
        <p:cNvGrpSpPr/>
        <p:nvPr/>
      </p:nvGrpSpPr>
      <p:grpSpPr>
        <a:xfrm xmlns:a="http://schemas.openxmlformats.org/drawingml/2006/main">
          <a:off x="0" y="0"/>
          <a:ext cx="0" cy="0"/>
          <a:chOff x="0" y="0"/>
          <a:chExt cx="0" cy="0"/>
        </a:xfrm>
      </p:grpSpPr>
      <p:sp>
        <p:nvSpPr>
          <p:cNvPr id="2" name="文本框"/>
          <p:cNvSpPr>
            <a:spLocks xmlns:a="http://schemas.openxmlformats.org/drawingml/2006/main" noGrp="1"/>
          </p:cNvSpPr>
          <p:nvPr>
            <p:ph type="title"/>
          </p:nvPr>
        </p:nvSpPr>
        <p:spPr/>
        <p:txBody>
          <a:bodyPr xmlns:a="http://schemas.openxmlformats.org/drawingml/2006/main"/>
          <a:lstStyle xmlns:a="http://schemas.openxmlformats.org/drawingml/2006/main">
            <a:lvl1pPr>
              <a:defRPr/>
            </a:lvl1pPr>
          </a:lstStyle>
          <a:p xmlns:a="http://schemas.openxmlformats.org/drawingml/2006/main">
            <a:r>
              <a:rPr lang="zh-CN" altLang="en-US" smtClean="0"/>
              <a:t>单击此处编辑母版标题样式</a:t>
            </a:r>
            <a:endParaRPr lang="zh-CN" altLang="en-US"/>
          </a:p>
        </p:txBody>
      </p:sp>
      <p:sp>
        <p:nvSpPr>
          <p:cNvPr id="3" name="文本框"/>
          <p:cNvSpPr>
            <a:spLocks xmlns:a="http://schemas.openxmlformats.org/drawingml/2006/main" noGrp="1"/>
          </p:cNvSpPr>
          <p:nvPr>
            <p:ph type="body" idx="1"/>
          </p:nvPr>
        </p:nvSpPr>
        <p:spPr>
          <a:xfrm xmlns:a="http://schemas.openxmlformats.org/drawingml/2006/main">
            <a:off x="457200" y="1535113"/>
            <a:ext cx="4040188" cy="63976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r>
              <a:rPr lang="zh-CN" altLang="en-US" smtClean="0"/>
              <a:t>单击此处编辑母版文本样式</a:t>
            </a:r>
          </a:p>
        </p:txBody>
      </p:sp>
      <p:sp>
        <p:nvSpPr>
          <p:cNvPr id="4" name="文本框"/>
          <p:cNvSpPr>
            <a:spLocks xmlns:a="http://schemas.openxmlformats.org/drawingml/2006/main" noGrp="1"/>
          </p:cNvSpPr>
          <p:nvPr>
            <p:ph sz="half" idx="2"/>
          </p:nvPr>
        </p:nvSpPr>
        <p:spPr>
          <a:xfrm xmlns:a="http://schemas.openxmlformats.org/drawingml/2006/main">
            <a:off x="457200" y="2174875"/>
            <a:ext cx="4040188" cy="3951288"/>
          </a:xfrm>
        </p:spPr>
        <p:txBody>
          <a:bodyPr xmlns:a="http://schemas.openxmlformats.org/drawingml/2006/main"/>
          <a:lstStyle xmlns:a="http://schemas.openxmlformats.org/drawingml/2006/main">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xmlns:a="http://schemas.openxmlformats.org/drawingml/2006/main">
            <a:pPr lvl="0"/>
            <a:r>
              <a:rPr lang="zh-CN" altLang="en-US" smtClean="0"/>
              <a:t>单击此处编辑母版文本样式</a:t>
            </a:r>
          </a:p>
          <a:p xmlns:a="http://schemas.openxmlformats.org/drawingml/2006/main">
            <a:pPr lvl="1"/>
            <a:r>
              <a:rPr lang="zh-CN" altLang="en-US" smtClean="0"/>
              <a:t>第二级</a:t>
            </a:r>
          </a:p>
          <a:p xmlns:a="http://schemas.openxmlformats.org/drawingml/2006/main">
            <a:pPr lvl="2"/>
            <a:r>
              <a:rPr lang="zh-CN" altLang="en-US" smtClean="0"/>
              <a:t>第三级</a:t>
            </a:r>
          </a:p>
          <a:p xmlns:a="http://schemas.openxmlformats.org/drawingml/2006/main">
            <a:pPr lvl="3"/>
            <a:r>
              <a:rPr lang="zh-CN" altLang="en-US" smtClean="0"/>
              <a:t>第四级</a:t>
            </a:r>
          </a:p>
          <a:p xmlns:a="http://schemas.openxmlformats.org/drawingml/2006/main">
            <a:pPr lvl="4"/>
            <a:r>
              <a:rPr lang="zh-CN" altLang="en-US" smtClean="0"/>
              <a:t>第五级</a:t>
            </a:r>
            <a:endParaRPr lang="zh-CN" altLang="en-US"/>
          </a:p>
        </p:txBody>
      </p:sp>
      <p:sp>
        <p:nvSpPr>
          <p:cNvPr id="5" name="文本框"/>
          <p:cNvSpPr>
            <a:spLocks xmlns:a="http://schemas.openxmlformats.org/drawingml/2006/main" noGrp="1"/>
          </p:cNvSpPr>
          <p:nvPr>
            <p:ph type="body" sz="quarter" idx="3"/>
          </p:nvPr>
        </p:nvSpPr>
        <p:spPr>
          <a:xfrm xmlns:a="http://schemas.openxmlformats.org/drawingml/2006/main">
            <a:off x="4645025" y="1535113"/>
            <a:ext cx="4041775" cy="63976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r>
              <a:rPr lang="zh-CN" altLang="en-US" smtClean="0"/>
              <a:t>单击此处编辑母版文本样式</a:t>
            </a:r>
          </a:p>
        </p:txBody>
      </p:sp>
      <p:sp>
        <p:nvSpPr>
          <p:cNvPr id="6" name="文本框"/>
          <p:cNvSpPr>
            <a:spLocks xmlns:a="http://schemas.openxmlformats.org/drawingml/2006/main" noGrp="1"/>
          </p:cNvSpPr>
          <p:nvPr>
            <p:ph sz="quarter" idx="4"/>
          </p:nvPr>
        </p:nvSpPr>
        <p:spPr>
          <a:xfrm xmlns:a="http://schemas.openxmlformats.org/drawingml/2006/main">
            <a:off x="4645025" y="2174875"/>
            <a:ext cx="4041775" cy="3951288"/>
          </a:xfrm>
        </p:spPr>
        <p:txBody>
          <a:bodyPr xmlns:a="http://schemas.openxmlformats.org/drawingml/2006/main"/>
          <a:lstStyle xmlns:a="http://schemas.openxmlformats.org/drawingml/2006/main">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xmlns:a="http://schemas.openxmlformats.org/drawingml/2006/main">
            <a:pPr lvl="0"/>
            <a:r>
              <a:rPr lang="zh-CN" altLang="en-US" smtClean="0"/>
              <a:t>单击此处编辑母版文本样式</a:t>
            </a:r>
          </a:p>
          <a:p xmlns:a="http://schemas.openxmlformats.org/drawingml/2006/main">
            <a:pPr lvl="1"/>
            <a:r>
              <a:rPr lang="zh-CN" altLang="en-US" smtClean="0"/>
              <a:t>第二级</a:t>
            </a:r>
          </a:p>
          <a:p xmlns:a="http://schemas.openxmlformats.org/drawingml/2006/main">
            <a:pPr lvl="2"/>
            <a:r>
              <a:rPr lang="zh-CN" altLang="en-US" smtClean="0"/>
              <a:t>第三级</a:t>
            </a:r>
          </a:p>
          <a:p xmlns:a="http://schemas.openxmlformats.org/drawingml/2006/main">
            <a:pPr lvl="3"/>
            <a:r>
              <a:rPr lang="zh-CN" altLang="en-US" smtClean="0"/>
              <a:t>第四级</a:t>
            </a:r>
          </a:p>
          <a:p xmlns:a="http://schemas.openxmlformats.org/drawingml/2006/main">
            <a:pPr lvl="4"/>
            <a:r>
              <a:rPr lang="zh-CN" altLang="en-US" smtClean="0"/>
              <a:t>第五级</a:t>
            </a:r>
            <a:endParaRPr lang="zh-CN" altLang="en-US"/>
          </a:p>
        </p:txBody>
      </p:sp>
    </p:spTree>
    <p:extLst>
      <p:ext uri="{BB962C8B-B14F-4D97-AF65-F5344CB8AC3E}">
        <p14:creationId xmlns:p14="http://schemas.microsoft.com/office/powerpoint/2010/main" val="377844759"/>
      </p:ext>
    </p:extLst>
  </p:cSld>
  <p:clrMapOvr>
    <a:masterClrMapping xmlns:a="http://schemas.openxmlformats.org/drawingml/2006/main"/>
  </p:clrMapOvr>
</p:sldLayout>
</file>

<file path=ppt/slideLayouts/slideLayout6.xml><?xml version="1.0" encoding="utf-8"?>
<p:sldLayout xmlns:p="http://schemas.openxmlformats.org/presentationml/2006/main" type="titleOnly" preserve="1">
  <p:cSld name="仅标题">
    <p:spTree>
      <p:nvGrpSpPr>
        <p:cNvPr id="1" name=""/>
        <p:cNvGrpSpPr/>
        <p:nvPr/>
      </p:nvGrpSpPr>
      <p:grpSpPr>
        <a:xfrm xmlns:a="http://schemas.openxmlformats.org/drawingml/2006/main">
          <a:off x="0" y="0"/>
          <a:ext cx="0" cy="0"/>
          <a:chOff x="0" y="0"/>
          <a:chExt cx="0" cy="0"/>
        </a:xfrm>
      </p:grpSpPr>
      <p:sp>
        <p:nvSpPr>
          <p:cNvPr id="2" name="文本框"/>
          <p:cNvSpPr>
            <a:spLocks xmlns:a="http://schemas.openxmlformats.org/drawingml/2006/main" noGrp="1"/>
          </p:cNvSpPr>
          <p:nvPr>
            <p:ph type="title"/>
          </p:nvPr>
        </p:nvSpPr>
        <p:spPr/>
        <p:txBody>
          <a:bodyPr xmlns:a="http://schemas.openxmlformats.org/drawingml/2006/main"/>
          <a:lstStyle xmlns:a="http://schemas.openxmlformats.org/drawingml/2006/main"/>
          <a:p xmlns:a="http://schemas.openxmlformats.org/drawingml/2006/main">
            <a:r>
              <a:rPr lang="zh-CN" altLang="en-US" smtClean="0"/>
              <a:t>单击此处编辑母版标题样式</a:t>
            </a:r>
            <a:endParaRPr lang="zh-CN" altLang="en-US"/>
          </a:p>
        </p:txBody>
      </p:sp>
    </p:spTree>
    <p:extLst>
      <p:ext uri="{BB962C8B-B14F-4D97-AF65-F5344CB8AC3E}">
        <p14:creationId xmlns:p14="http://schemas.microsoft.com/office/powerpoint/2010/main" val="1756618941"/>
      </p:ext>
    </p:extLst>
  </p:cSld>
  <p:clrMapOvr>
    <a:masterClrMapping xmlns:a="http://schemas.openxmlformats.org/drawingml/2006/main"/>
  </p:clrMapOvr>
</p:sldLayout>
</file>

<file path=ppt/slideLayouts/slideLayout7.xml><?xml version="1.0" encoding="utf-8"?>
<p:sldLayout xmlns:p="http://schemas.openxmlformats.org/presentationml/2006/main" type="blank" preserve="1">
  <p:cSld name="空白">
    <p:spTree>
      <p:nvGrpSpPr>
        <p:cNvPr id="1" name=""/>
        <p:cNvGrpSpPr/>
        <p:nvPr/>
      </p:nvGrpSpPr>
      <p:grpSpPr>
        <a:xfrm xmlns:a="http://schemas.openxmlformats.org/drawingml/2006/main">
          <a:off x="0" y="0"/>
          <a:ext cx="0" cy="0"/>
          <a:chOff x="0" y="0"/>
          <a:chExt cx="0" cy="0"/>
        </a:xfrm>
      </p:grpSpPr>
    </p:spTree>
    <p:extLst>
      <p:ext uri="{BB962C8B-B14F-4D97-AF65-F5344CB8AC3E}">
        <p14:creationId xmlns:p14="http://schemas.microsoft.com/office/powerpoint/2010/main" val="113915526"/>
      </p:ext>
    </p:extLst>
  </p:cSld>
  <p:clrMapOvr>
    <a:masterClrMapping xmlns:a="http://schemas.openxmlformats.org/drawingml/2006/main"/>
  </p:clrMapOvr>
</p:sldLayout>
</file>

<file path=ppt/slideLayouts/slideLayout8.xml><?xml version="1.0" encoding="utf-8"?>
<p:sldLayout xmlns:p="http://schemas.openxmlformats.org/presentationml/2006/main" type="objTx" preserve="1">
  <p:cSld name="内容与标题">
    <p:spTree>
      <p:nvGrpSpPr>
        <p:cNvPr id="1" name=""/>
        <p:cNvGrpSpPr/>
        <p:nvPr/>
      </p:nvGrpSpPr>
      <p:grpSpPr>
        <a:xfrm xmlns:a="http://schemas.openxmlformats.org/drawingml/2006/main">
          <a:off x="0" y="0"/>
          <a:ext cx="0" cy="0"/>
          <a:chOff x="0" y="0"/>
          <a:chExt cx="0" cy="0"/>
        </a:xfrm>
      </p:grpSpPr>
      <p:sp>
        <p:nvSpPr>
          <p:cNvPr id="2" name="文本框"/>
          <p:cNvSpPr>
            <a:spLocks xmlns:a="http://schemas.openxmlformats.org/drawingml/2006/main" noGrp="1"/>
          </p:cNvSpPr>
          <p:nvPr>
            <p:ph type="title"/>
          </p:nvPr>
        </p:nvSpPr>
        <p:spPr>
          <a:xfrm xmlns:a="http://schemas.openxmlformats.org/drawingml/2006/main">
            <a:off x="457200" y="273050"/>
            <a:ext cx="3008313" cy="1162050"/>
          </a:xfrm>
        </p:spPr>
        <p:txBody>
          <a:bodyPr xmlns:a="http://schemas.openxmlformats.org/drawingml/2006/main" anchor="b"/>
          <a:lstStyle xmlns:a="http://schemas.openxmlformats.org/drawingml/2006/main">
            <a:lvl1pPr algn="l">
              <a:defRPr sz="2000" b="1"/>
            </a:lvl1pPr>
          </a:lstStyle>
          <a:p xmlns:a="http://schemas.openxmlformats.org/drawingml/2006/main">
            <a:r>
              <a:rPr lang="zh-CN" altLang="en-US" smtClean="0"/>
              <a:t>单击此处编辑母版标题样式</a:t>
            </a:r>
            <a:endParaRPr lang="zh-CN" altLang="en-US"/>
          </a:p>
        </p:txBody>
      </p:sp>
      <p:sp>
        <p:nvSpPr>
          <p:cNvPr id="3" name="文本框"/>
          <p:cNvSpPr>
            <a:spLocks xmlns:a="http://schemas.openxmlformats.org/drawingml/2006/main" noGrp="1"/>
          </p:cNvSpPr>
          <p:nvPr>
            <p:ph idx="1"/>
          </p:nvPr>
        </p:nvSpPr>
        <p:spPr>
          <a:xfrm xmlns:a="http://schemas.openxmlformats.org/drawingml/2006/main">
            <a:off x="3575050" y="273050"/>
            <a:ext cx="5111750" cy="5853113"/>
          </a:xfrm>
        </p:spPr>
        <p:txBody>
          <a:bodyPr xmlns:a="http://schemas.openxmlformats.org/drawingml/2006/main"/>
          <a:lstStyle xmlns:a="http://schemas.openxmlformats.org/drawingml/2006/main">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xmlns:a="http://schemas.openxmlformats.org/drawingml/2006/main">
            <a:pPr lvl="0"/>
            <a:r>
              <a:rPr lang="zh-CN" altLang="en-US" smtClean="0"/>
              <a:t>单击此处编辑母版文本样式</a:t>
            </a:r>
          </a:p>
          <a:p xmlns:a="http://schemas.openxmlformats.org/drawingml/2006/main">
            <a:pPr lvl="1"/>
            <a:r>
              <a:rPr lang="zh-CN" altLang="en-US" smtClean="0"/>
              <a:t>第二级</a:t>
            </a:r>
          </a:p>
          <a:p xmlns:a="http://schemas.openxmlformats.org/drawingml/2006/main">
            <a:pPr lvl="2"/>
            <a:r>
              <a:rPr lang="zh-CN" altLang="en-US" smtClean="0"/>
              <a:t>第三级</a:t>
            </a:r>
          </a:p>
          <a:p xmlns:a="http://schemas.openxmlformats.org/drawingml/2006/main">
            <a:pPr lvl="3"/>
            <a:r>
              <a:rPr lang="zh-CN" altLang="en-US" smtClean="0"/>
              <a:t>第四级</a:t>
            </a:r>
          </a:p>
          <a:p xmlns:a="http://schemas.openxmlformats.org/drawingml/2006/main">
            <a:pPr lvl="4"/>
            <a:r>
              <a:rPr lang="zh-CN" altLang="en-US" smtClean="0"/>
              <a:t>第五级</a:t>
            </a:r>
            <a:endParaRPr lang="zh-CN" altLang="en-US"/>
          </a:p>
        </p:txBody>
      </p:sp>
      <p:sp>
        <p:nvSpPr>
          <p:cNvPr id="4" name="文本框"/>
          <p:cNvSpPr>
            <a:spLocks xmlns:a="http://schemas.openxmlformats.org/drawingml/2006/main" noGrp="1"/>
          </p:cNvSpPr>
          <p:nvPr>
            <p:ph type="body" sz="half" idx="2"/>
          </p:nvPr>
        </p:nvSpPr>
        <p:spPr>
          <a:xfrm xmlns:a="http://schemas.openxmlformats.org/drawingml/2006/main">
            <a:off x="457200" y="1435100"/>
            <a:ext cx="3008313" cy="4691063"/>
          </a:xfrm>
        </p:spPr>
        <p:txBody>
          <a:bodyPr xmlns:a="http://schemas.openxmlformats.org/drawingml/2006/main"/>
          <a:lstStyle xmlns:a="http://schemas.openxmlformats.org/drawingml/2006/main">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xmlns:a="http://schemas.openxmlformats.org/drawingml/2006/main">
            <a:pPr lvl="0"/>
            <a:r>
              <a:rPr lang="zh-CN" altLang="en-US" smtClean="0"/>
              <a:t>单击此处编辑母版文本样式</a:t>
            </a:r>
          </a:p>
        </p:txBody>
      </p:sp>
    </p:spTree>
    <p:extLst>
      <p:ext uri="{BB962C8B-B14F-4D97-AF65-F5344CB8AC3E}">
        <p14:creationId xmlns:p14="http://schemas.microsoft.com/office/powerpoint/2010/main" val="473418032"/>
      </p:ext>
    </p:extLst>
  </p:cSld>
  <p:clrMapOvr>
    <a:masterClrMapping xmlns:a="http://schemas.openxmlformats.org/drawingml/2006/main"/>
  </p:clrMapOvr>
</p:sldLayout>
</file>

<file path=ppt/slideLayouts/slideLayout9.xml><?xml version="1.0" encoding="utf-8"?>
<p:sldLayout xmlns:p="http://schemas.openxmlformats.org/presentationml/2006/main" type="picTx" preserve="1">
  <p:cSld name="图片与标题">
    <p:spTree>
      <p:nvGrpSpPr>
        <p:cNvPr id="1" name=""/>
        <p:cNvGrpSpPr/>
        <p:nvPr/>
      </p:nvGrpSpPr>
      <p:grpSpPr>
        <a:xfrm xmlns:a="http://schemas.openxmlformats.org/drawingml/2006/main">
          <a:off x="0" y="0"/>
          <a:ext cx="0" cy="0"/>
          <a:chOff x="0" y="0"/>
          <a:chExt cx="0" cy="0"/>
        </a:xfrm>
      </p:grpSpPr>
      <p:sp>
        <p:nvSpPr>
          <p:cNvPr id="2" name="文本框"/>
          <p:cNvSpPr>
            <a:spLocks xmlns:a="http://schemas.openxmlformats.org/drawingml/2006/main" noGrp="1"/>
          </p:cNvSpPr>
          <p:nvPr>
            <p:ph type="title"/>
          </p:nvPr>
        </p:nvSpPr>
        <p:spPr>
          <a:xfrm xmlns:a="http://schemas.openxmlformats.org/drawingml/2006/main">
            <a:off x="1792288" y="4800600"/>
            <a:ext cx="5486400" cy="566738"/>
          </a:xfrm>
        </p:spPr>
        <p:txBody>
          <a:bodyPr xmlns:a="http://schemas.openxmlformats.org/drawingml/2006/main" anchor="b"/>
          <a:lstStyle xmlns:a="http://schemas.openxmlformats.org/drawingml/2006/main">
            <a:lvl1pPr algn="l">
              <a:defRPr sz="2000" b="1"/>
            </a:lvl1pPr>
          </a:lstStyle>
          <a:p xmlns:a="http://schemas.openxmlformats.org/drawingml/2006/main">
            <a:r>
              <a:rPr lang="zh-CN" altLang="en-US" smtClean="0"/>
              <a:t>单击此处编辑母版标题样式</a:t>
            </a:r>
            <a:endParaRPr lang="zh-CN" altLang="en-US"/>
          </a:p>
        </p:txBody>
      </p:sp>
      <p:sp>
        <p:nvSpPr>
          <p:cNvPr id="3" name="文本框"/>
          <p:cNvSpPr>
            <a:spLocks xmlns:a="http://schemas.openxmlformats.org/drawingml/2006/main" noGrp="1"/>
          </p:cNvSpPr>
          <p:nvPr>
            <p:ph type="pic" idx="1"/>
          </p:nvPr>
        </p:nvSpPr>
        <p:spPr>
          <a:xfrm xmlns:a="http://schemas.openxmlformats.org/drawingml/2006/main">
            <a:off x="1792288" y="612775"/>
            <a:ext cx="5486400" cy="4114800"/>
          </a:xfrm>
        </p:spPr>
        <p:txBody>
          <a:bodyPr xmlns:a="http://schemas.openxmlformats.org/drawingml/2006/main"/>
          <a:lstStyle xmlns:a="http://schemas.openxmlformats.org/drawingml/2006/main">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xmlns:a="http://schemas.openxmlformats.org/drawingml/2006/main">
            <a:endParaRPr lang="zh-CN" altLang="en-US"/>
          </a:p>
        </p:txBody>
      </p:sp>
      <p:sp>
        <p:nvSpPr>
          <p:cNvPr id="4" name="文本框"/>
          <p:cNvSpPr>
            <a:spLocks xmlns:a="http://schemas.openxmlformats.org/drawingml/2006/main" noGrp="1"/>
          </p:cNvSpPr>
          <p:nvPr>
            <p:ph type="body" sz="half" idx="2"/>
          </p:nvPr>
        </p:nvSpPr>
        <p:spPr>
          <a:xfrm xmlns:a="http://schemas.openxmlformats.org/drawingml/2006/main">
            <a:off x="1792288" y="5367338"/>
            <a:ext cx="5486400" cy="804862"/>
          </a:xfrm>
        </p:spPr>
        <p:txBody>
          <a:bodyPr xmlns:a="http://schemas.openxmlformats.org/drawingml/2006/main"/>
          <a:lstStyle xmlns:a="http://schemas.openxmlformats.org/drawingml/2006/main">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xmlns:a="http://schemas.openxmlformats.org/drawingml/2006/main">
            <a:pPr lvl="0"/>
            <a:r>
              <a:rPr lang="zh-CN" altLang="en-US" smtClean="0"/>
              <a:t>单击此处编辑母版文本样式</a:t>
            </a:r>
          </a:p>
        </p:txBody>
      </p:sp>
    </p:spTree>
    <p:extLst>
      <p:ext uri="{BB962C8B-B14F-4D97-AF65-F5344CB8AC3E}">
        <p14:creationId xmlns:p14="http://schemas.microsoft.com/office/powerpoint/2010/main" val="1177625550"/>
      </p:ext>
    </p:extLst>
  </p:cSld>
  <p:clrMapOvr>
    <a:masterClrMapping xmlns:a="http://schemas.openxmlformats.org/drawingml/2006/main"/>
  </p:clrMapOvr>
</p:sldLayout>
</file>

<file path=ppt/slideLayouts/slideLayout10.xml><?xml version="1.0" encoding="utf-8"?>
<p:sldLayout xmlns:p="http://schemas.openxmlformats.org/presentationml/2006/main" type="vertTx" preserve="1">
  <p:cSld name="标题和竖排文本">
    <p:spTree>
      <p:nvGrpSpPr>
        <p:cNvPr id="1" name=""/>
        <p:cNvGrpSpPr/>
        <p:nvPr/>
      </p:nvGrpSpPr>
      <p:grpSpPr>
        <a:xfrm xmlns:a="http://schemas.openxmlformats.org/drawingml/2006/main">
          <a:off x="0" y="0"/>
          <a:ext cx="0" cy="0"/>
          <a:chOff x="0" y="0"/>
          <a:chExt cx="0" cy="0"/>
        </a:xfrm>
      </p:grpSpPr>
      <p:sp>
        <p:nvSpPr>
          <p:cNvPr id="2" name="文本框"/>
          <p:cNvSpPr>
            <a:spLocks xmlns:a="http://schemas.openxmlformats.org/drawingml/2006/main" noGrp="1"/>
          </p:cNvSpPr>
          <p:nvPr>
            <p:ph type="title"/>
          </p:nvPr>
        </p:nvSpPr>
        <p:spPr/>
        <p:txBody>
          <a:bodyPr xmlns:a="http://schemas.openxmlformats.org/drawingml/2006/main"/>
          <a:lstStyle xmlns:a="http://schemas.openxmlformats.org/drawingml/2006/main"/>
          <a:p xmlns:a="http://schemas.openxmlformats.org/drawingml/2006/main">
            <a:r>
              <a:rPr lang="zh-CN" altLang="en-US" smtClean="0"/>
              <a:t>单击此处编辑母版标题样式</a:t>
            </a:r>
            <a:endParaRPr lang="zh-CN" altLang="en-US"/>
          </a:p>
        </p:txBody>
      </p:sp>
      <p:sp>
        <p:nvSpPr>
          <p:cNvPr id="3" name="文本框"/>
          <p:cNvSpPr>
            <a:spLocks xmlns:a="http://schemas.openxmlformats.org/drawingml/2006/main" noGrp="1"/>
          </p:cNvSpPr>
          <p:nvPr>
            <p:ph type="body" orient="vert" idx="1"/>
          </p:nvPr>
        </p:nvSpPr>
        <p:spPr/>
        <p:txBody>
          <a:bodyPr xmlns:a="http://schemas.openxmlformats.org/drawingml/2006/main" vert="eaVert"/>
          <a:lstStyle xmlns:a="http://schemas.openxmlformats.org/drawingml/2006/main"/>
          <a:p xmlns:a="http://schemas.openxmlformats.org/drawingml/2006/main">
            <a:pPr lvl="0"/>
            <a:r>
              <a:rPr lang="zh-CN" altLang="en-US" smtClean="0"/>
              <a:t>单击此处编辑母版文本样式</a:t>
            </a:r>
          </a:p>
          <a:p xmlns:a="http://schemas.openxmlformats.org/drawingml/2006/main">
            <a:pPr lvl="1"/>
            <a:r>
              <a:rPr lang="zh-CN" altLang="en-US" smtClean="0"/>
              <a:t>第二级</a:t>
            </a:r>
          </a:p>
          <a:p xmlns:a="http://schemas.openxmlformats.org/drawingml/2006/main">
            <a:pPr lvl="2"/>
            <a:r>
              <a:rPr lang="zh-CN" altLang="en-US" smtClean="0"/>
              <a:t>第三级</a:t>
            </a:r>
          </a:p>
          <a:p xmlns:a="http://schemas.openxmlformats.org/drawingml/2006/main">
            <a:pPr lvl="3"/>
            <a:r>
              <a:rPr lang="zh-CN" altLang="en-US" smtClean="0"/>
              <a:t>第四级</a:t>
            </a:r>
          </a:p>
          <a:p xmlns:a="http://schemas.openxmlformats.org/drawingml/2006/main">
            <a:pPr lvl="4"/>
            <a:r>
              <a:rPr lang="zh-CN" altLang="en-US" smtClean="0"/>
              <a:t>第五级</a:t>
            </a:r>
            <a:endParaRPr lang="zh-CN" altLang="en-US"/>
          </a:p>
        </p:txBody>
      </p:sp>
    </p:spTree>
    <p:extLst>
      <p:ext uri="{BB962C8B-B14F-4D97-AF65-F5344CB8AC3E}">
        <p14:creationId xmlns:p14="http://schemas.microsoft.com/office/powerpoint/2010/main" val="2033056379"/>
      </p:ext>
    </p:extLst>
  </p:cSld>
  <p:clrMapOvr>
    <a:masterClrMapping xmlns:a="http://schemas.openxmlformats.org/drawingml/2006/main"/>
  </p:clrMapOvr>
</p:sldLayout>
</file>

<file path=ppt/slideLayouts/slideLayout11.xml><?xml version="1.0" encoding="utf-8"?>
<p:sldLayout xmlns:p="http://schemas.openxmlformats.org/presentationml/2006/main" type="vertTitleAndTx" preserve="1">
  <p:cSld name="垂直排列标题与文本">
    <p:spTree>
      <p:nvGrpSpPr>
        <p:cNvPr id="1" name=""/>
        <p:cNvGrpSpPr/>
        <p:nvPr/>
      </p:nvGrpSpPr>
      <p:grpSpPr>
        <a:xfrm xmlns:a="http://schemas.openxmlformats.org/drawingml/2006/main">
          <a:off x="0" y="0"/>
          <a:ext cx="0" cy="0"/>
          <a:chOff x="0" y="0"/>
          <a:chExt cx="0" cy="0"/>
        </a:xfrm>
      </p:grpSpPr>
      <p:sp>
        <p:nvSpPr>
          <p:cNvPr id="2" name="文本框"/>
          <p:cNvSpPr>
            <a:spLocks xmlns:a="http://schemas.openxmlformats.org/drawingml/2006/main" noGrp="1"/>
          </p:cNvSpPr>
          <p:nvPr>
            <p:ph type="title" orient="vert"/>
          </p:nvPr>
        </p:nvSpPr>
        <p:spPr>
          <a:xfrm xmlns:a="http://schemas.openxmlformats.org/drawingml/2006/main">
            <a:off x="6629400" y="274638"/>
            <a:ext cx="2057400" cy="5851525"/>
          </a:xfrm>
        </p:spPr>
        <p:txBody>
          <a:bodyPr xmlns:a="http://schemas.openxmlformats.org/drawingml/2006/main" vert="eaVert"/>
          <a:lstStyle xmlns:a="http://schemas.openxmlformats.org/drawingml/2006/main"/>
          <a:p xmlns:a="http://schemas.openxmlformats.org/drawingml/2006/main">
            <a:r>
              <a:rPr lang="zh-CN" altLang="en-US" smtClean="0"/>
              <a:t>单击此处编辑母版标题样式</a:t>
            </a:r>
            <a:endParaRPr lang="zh-CN" altLang="en-US"/>
          </a:p>
        </p:txBody>
      </p:sp>
      <p:sp>
        <p:nvSpPr>
          <p:cNvPr id="3" name="文本框"/>
          <p:cNvSpPr>
            <a:spLocks xmlns:a="http://schemas.openxmlformats.org/drawingml/2006/main" noGrp="1"/>
          </p:cNvSpPr>
          <p:nvPr>
            <p:ph type="body" orient="vert" idx="1"/>
          </p:nvPr>
        </p:nvSpPr>
        <p:spPr>
          <a:xfrm xmlns:a="http://schemas.openxmlformats.org/drawingml/2006/main">
            <a:off x="457200" y="274638"/>
            <a:ext cx="6019800" cy="5851525"/>
          </a:xfrm>
        </p:spPr>
        <p:txBody>
          <a:bodyPr xmlns:a="http://schemas.openxmlformats.org/drawingml/2006/main" vert="eaVert"/>
          <a:lstStyle xmlns:a="http://schemas.openxmlformats.org/drawingml/2006/main"/>
          <a:p xmlns:a="http://schemas.openxmlformats.org/drawingml/2006/main">
            <a:pPr lvl="0"/>
            <a:r>
              <a:rPr lang="zh-CN" altLang="en-US" smtClean="0"/>
              <a:t>单击此处编辑母版文本样式</a:t>
            </a:r>
          </a:p>
          <a:p xmlns:a="http://schemas.openxmlformats.org/drawingml/2006/main">
            <a:pPr lvl="1"/>
            <a:r>
              <a:rPr lang="zh-CN" altLang="en-US" smtClean="0"/>
              <a:t>第二级</a:t>
            </a:r>
          </a:p>
          <a:p xmlns:a="http://schemas.openxmlformats.org/drawingml/2006/main">
            <a:pPr lvl="2"/>
            <a:r>
              <a:rPr lang="zh-CN" altLang="en-US" smtClean="0"/>
              <a:t>第三级</a:t>
            </a:r>
          </a:p>
          <a:p xmlns:a="http://schemas.openxmlformats.org/drawingml/2006/main">
            <a:pPr lvl="3"/>
            <a:r>
              <a:rPr lang="zh-CN" altLang="en-US" smtClean="0"/>
              <a:t>第四级</a:t>
            </a:r>
          </a:p>
          <a:p xmlns:a="http://schemas.openxmlformats.org/drawingml/2006/main">
            <a:pPr lvl="4"/>
            <a:r>
              <a:rPr lang="zh-CN" altLang="en-US" smtClean="0"/>
              <a:t>第五级</a:t>
            </a:r>
            <a:endParaRPr lang="zh-CN" altLang="en-US"/>
          </a:p>
        </p:txBody>
      </p:sp>
    </p:spTree>
    <p:extLst>
      <p:ext uri="{BB962C8B-B14F-4D97-AF65-F5344CB8AC3E}">
        <p14:creationId xmlns:p14="http://schemas.microsoft.com/office/powerpoint/2010/main" val="628894659"/>
      </p:ext>
    </p:extLst>
  </p:cSld>
  <p:clrMapOvr>
    <a:masterClrMapping xmlns:a="http://schemas.openxmlformats.org/drawingml/2006/main"/>
  </p:clrMapOvr>
</p:sldLayout>
</file>

<file path=ppt/slideLayouts/slideLayout12.xml><?xml version="1.0" encoding="utf-8"?>
<p:sldLayout xmlns:p="http://schemas.openxmlformats.org/presentationml/2006/main" showMasterSp="0" preserve="1">
  <p:cSld name="自定义版式">
    <p:bg>
      <p:bgPr>
        <a:solidFill xmlns:a="http://schemas.openxmlformats.org/drawingml/2006/main">
          <a:schemeClr val="bg1"/>
        </a:solidFill>
      </p:bgPr>
    </p:bg>
    <p:spTree>
      <p:nvGrpSpPr>
        <p:cNvPr id="1" name=""/>
        <p:cNvGrpSpPr/>
        <p:nvPr/>
      </p:nvGrpSpPr>
      <p:grpSpPr>
        <a:xfrm xmlns:a="http://schemas.openxmlformats.org/drawingml/2006/main">
          <a:off x="0" y="0"/>
          <a:ext cx="0" cy="0"/>
          <a:chOff x="0" y="0"/>
          <a:chExt cx="0" cy="0"/>
        </a:xfrm>
      </p:grpSpPr>
    </p:spTree>
    <p:extLst>
      <p:ext uri="{BB962C8B-B14F-4D97-AF65-F5344CB8AC3E}">
        <p14:creationId xmlns:p14="http://schemas.microsoft.com/office/powerpoint/2010/main" val="858214531"/>
      </p:ext>
    </p:extLst>
  </p:cSld>
  <p:clrMapOvr>
    <a:masterClrMapping xmlns:a="http://schemas.openxmlformats.org/drawingml/2006/main"/>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theme" Target="../theme/theme1.xml"/></Relationships>
</file>

<file path=ppt/slideMasters/slideMaster1.xml><?xml version="1.0" encoding="utf-8"?>
<p:sldMaster xmlns:p="http://schemas.openxmlformats.org/presentationml/2006/main" xmlns:r="http://schemas.openxmlformats.org/officeDocument/2006/relationships" xmlns:a="http://schemas.openxmlformats.org/drawing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312488598"/>
      </p:ext>
    </p:extLst>
  </p:cSld>
  <p:clrMap bg1="lt1" tx1="dk1" bg2="lt2" tx2="dk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sldNum="0" hdr="0" ftr="0" dt="0"/>
  <p:txStyles>
    <p:titleStyle>
      <a:lvl1pPr algn="ctr" defTabSz="914400" eaLnBrk="1" fontAlgn="auto" latinLnBrk="0" hangingPunct="1">
        <a:spcBef>
          <a:spcPts val="0"/>
        </a:spcBef>
        <a:buNone/>
        <a:defRPr sz="4400" kern="1200">
          <a:solidFill>
            <a:schemeClr val="tx1"/>
          </a:solidFill>
          <a:latin typeface="Calibri Light" pitchFamily="0" charset="0"/>
          <a:ea typeface="等线 Light" pitchFamily="0" charset="0"/>
          <a:cs typeface="Calibri Light" pitchFamily="0" charset="0"/>
        </a:defRPr>
      </a:lvl1pPr>
    </p:titleStyle>
    <p:bodyStyle>
      <a:lvl1pPr marL="342900" indent="-342900" algn="l" defTabSz="914400" eaLnBrk="1" fontAlgn="auto" latinLnBrk="0" hangingPunct="1">
        <a:spcBef>
          <a:spcPct val="20000"/>
        </a:spcBef>
        <a:buFont typeface="Arial" pitchFamily="34" charset="0"/>
        <a:buChar char="•"/>
        <a:defRPr sz="3200" kern="1200">
          <a:solidFill>
            <a:schemeClr val="tx1"/>
          </a:solidFill>
          <a:latin typeface="Calibri" pitchFamily="0" charset="0"/>
          <a:ea typeface="等线" pitchFamily="0" charset="0"/>
          <a:cs typeface="Calibri" pitchFamily="0" charset="0"/>
        </a:defRPr>
      </a:lvl1pPr>
      <a:lvl2pPr marL="742950" indent="-285750" algn="l" defTabSz="914400" eaLnBrk="1" fontAlgn="auto" latinLnBrk="0" hangingPunct="1">
        <a:spcBef>
          <a:spcPct val="20000"/>
        </a:spcBef>
        <a:buFont typeface="Arial" pitchFamily="34" charset="0"/>
        <a:buChar char="–"/>
        <a:defRPr sz="2800" kern="1200">
          <a:solidFill>
            <a:schemeClr val="tx1"/>
          </a:solidFill>
          <a:latin typeface="Calibri" pitchFamily="0" charset="0"/>
          <a:ea typeface="等线" pitchFamily="0" charset="0"/>
          <a:cs typeface="Calibri" pitchFamily="0" charset="0"/>
        </a:defRPr>
      </a:lvl2pPr>
      <a:lvl3pPr marL="1143000" indent="-228600" algn="l" defTabSz="914400" eaLnBrk="1" fontAlgn="auto" latinLnBrk="0" hangingPunct="1">
        <a:spcBef>
          <a:spcPct val="20000"/>
        </a:spcBef>
        <a:buFont typeface="Arial" pitchFamily="34" charset="0"/>
        <a:buChar char="•"/>
        <a:defRPr sz="2400" kern="1200">
          <a:solidFill>
            <a:schemeClr val="tx1"/>
          </a:solidFill>
          <a:latin typeface="Calibri" pitchFamily="0" charset="0"/>
          <a:ea typeface="等线" pitchFamily="0" charset="0"/>
          <a:cs typeface="Calibri" pitchFamily="0" charset="0"/>
        </a:defRPr>
      </a:lvl3pPr>
      <a:lvl4pPr marL="1600200" indent="-228600" algn="l" defTabSz="914400" eaLnBrk="1" fontAlgn="auto" latinLnBrk="0" hangingPunct="1">
        <a:spcBef>
          <a:spcPct val="20000"/>
        </a:spcBef>
        <a:buFont typeface="Arial" pitchFamily="34" charset="0"/>
        <a:buChar char="–"/>
        <a:defRPr sz="2000" kern="1200">
          <a:solidFill>
            <a:schemeClr val="tx1"/>
          </a:solidFill>
          <a:latin typeface="Calibri" pitchFamily="0" charset="0"/>
          <a:ea typeface="等线" pitchFamily="0" charset="0"/>
          <a:cs typeface="Calibri" pitchFamily="0" charset="0"/>
        </a:defRPr>
      </a:lvl4pPr>
      <a:lvl5pPr marL="2057400" indent="-228600" algn="l" defTabSz="914400" eaLnBrk="1" fontAlgn="auto" latinLnBrk="0" hangingPunct="1">
        <a:spcBef>
          <a:spcPct val="20000"/>
        </a:spcBef>
        <a:buFont typeface="Arial" pitchFamily="34" charset="0"/>
        <a:buChar char="»"/>
        <a:defRPr sz="2000" kern="1200">
          <a:solidFill>
            <a:schemeClr val="tx1"/>
          </a:solidFill>
          <a:latin typeface="Calibri" pitchFamily="0" charset="0"/>
          <a:ea typeface="等线" pitchFamily="0" charset="0"/>
          <a:cs typeface="Calibri" pitchFamily="0" charset="0"/>
        </a:defRPr>
      </a:lvl5pPr>
      <a:lvl6pPr marL="2514600" indent="-228600" algn="l" defTabSz="914400" eaLnBrk="1" fontAlgn="auto" latinLnBrk="0" hangingPunct="1">
        <a:spcBef>
          <a:spcPct val="20000"/>
        </a:spcBef>
        <a:buFont typeface="Arial" pitchFamily="34" charset="0"/>
        <a:buChar char="•"/>
        <a:defRPr sz="2000" kern="1200">
          <a:solidFill>
            <a:schemeClr val="tx1"/>
          </a:solidFill>
          <a:latin typeface="Calibri" pitchFamily="0" charset="0"/>
          <a:ea typeface="等线" pitchFamily="0" charset="0"/>
          <a:cs typeface="Calibri" pitchFamily="0" charset="0"/>
        </a:defRPr>
      </a:lvl6pPr>
      <a:lvl7pPr marL="2971800" indent="-228600" algn="l" defTabSz="914400" eaLnBrk="1" fontAlgn="auto" latinLnBrk="0" hangingPunct="1">
        <a:spcBef>
          <a:spcPct val="20000"/>
        </a:spcBef>
        <a:buFont typeface="Arial" pitchFamily="34" charset="0"/>
        <a:buChar char="•"/>
        <a:defRPr sz="2000" kern="1200">
          <a:solidFill>
            <a:schemeClr val="tx1"/>
          </a:solidFill>
          <a:latin typeface="Calibri" pitchFamily="0" charset="0"/>
          <a:ea typeface="等线" pitchFamily="0" charset="0"/>
          <a:cs typeface="Calibri" pitchFamily="0" charset="0"/>
        </a:defRPr>
      </a:lvl7pPr>
      <a:lvl8pPr marL="3429000" indent="-228600" algn="l" defTabSz="914400" eaLnBrk="1" fontAlgn="auto" latinLnBrk="0" hangingPunct="1">
        <a:spcBef>
          <a:spcPct val="20000"/>
        </a:spcBef>
        <a:buFont typeface="Arial" pitchFamily="34" charset="0"/>
        <a:buChar char="•"/>
        <a:defRPr sz="2000" kern="1200">
          <a:solidFill>
            <a:schemeClr val="tx1"/>
          </a:solidFill>
          <a:latin typeface="Calibri" pitchFamily="0" charset="0"/>
          <a:ea typeface="等线" pitchFamily="0" charset="0"/>
          <a:cs typeface="Calibri" pitchFamily="0" charset="0"/>
        </a:defRPr>
      </a:lvl8pPr>
      <a:lvl9pPr marL="3429000" indent="-228600" algn="l" defTabSz="914400" eaLnBrk="1" fontAlgn="auto" latinLnBrk="0" hangingPunct="1">
        <a:spcBef>
          <a:spcPct val="20000"/>
        </a:spcBef>
        <a:buFont typeface="Arial" pitchFamily="34" charset="0"/>
        <a:buChar char="•"/>
        <a:defRPr sz="2000" kern="1200">
          <a:solidFill>
            <a:schemeClr val="tx1"/>
          </a:solidFill>
          <a:latin typeface="Calibri" pitchFamily="0" charset="0"/>
          <a:ea typeface="等线" pitchFamily="0" charset="0"/>
          <a:cs typeface="Calibri" pitchFamily="0" charset="0"/>
        </a:defRPr>
      </a:lvl9pPr>
    </p:body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1.png"/><Relationship Id="rId2" Type="http://schemas.openxmlformats.org/officeDocument/2006/relationships/slideLayout" Target="../slideLayouts/slideLayout1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s>
</file>

<file path=ppt/slides/slide1.xml><?xml version="1.0" encoding="utf-8"?>
<p:sld xmlns:p="http://schemas.openxmlformats.org/presentationml/2006/main" xmlns:r="http://schemas.openxmlformats.org/officeDocument/2006/relationships" xmlns:a="http://schemas.openxmlformats.org/drawingml/2006/main">
  <p:cSld>
    <p:bg>
      <p:bgPr>
        <a:solidFill>
          <a:srgbClr val="0B1220"/>
        </a:solidFill>
      </p:bgPr>
    </p:bg>
    <p:spTree>
      <p:nvGrpSpPr>
        <p:cNvPr id="1" name=""/>
        <p:cNvGrpSpPr/>
        <p:nvPr/>
      </p:nvGrpSpPr>
      <p:grpSpPr>
        <a:xfrm>
          <a:off x="0" y="0"/>
          <a:ext cx="0" cy="0"/>
          <a:chOff x="0" y="0"/>
          <a:chExt cx="0" cy="0"/>
        </a:xfrm>
      </p:grpSpPr>
      <p:sp>
        <p:nvSpPr>
          <p:cNvPr id="8" name="矩形"/>
          <p:cNvSpPr>
            <a:spLocks/>
          </p:cNvSpPr>
          <p:nvPr/>
        </p:nvSpPr>
        <p:spPr>
          <a:xfrm rot="0">
            <a:off x="822960" y="2286000"/>
            <a:ext cx="10515600" cy="1005839"/>
          </a:xfrm>
          <a:prstGeom prst="rect"/>
          <a:noFill/>
          <a:ln w="12700" cmpd="sng" cap="flat">
            <a:noFill/>
            <a:prstDash val="solid"/>
            <a:miter/>
          </a:ln>
        </p:spPr>
        <p:txBody>
          <a:bodyPr vert="horz" wrap="square" lIns="0" tIns="0" rIns="0" bIns="0" anchor="ctr" anchorCtr="0">
            <a:prstTxWarp prst="textNoShape"/>
          </a:bodyPr>
          <a:lstStyle/>
          <a:p>
            <a:pPr marL="0" indent="0" algn="l">
              <a:lnSpc>
                <a:spcPct val="100000"/>
              </a:lnSpc>
              <a:spcBef>
                <a:spcPts val="0"/>
              </a:spcBef>
              <a:spcAft>
                <a:spcPts val="0"/>
              </a:spcAft>
              <a:buNone/>
            </a:pPr>
            <a:r>
              <a:rPr lang="en-US" altLang="zh-CN" sz="4400" b="1" i="0" u="none" strike="noStrike" kern="1200" cap="none" spc="0" baseline="0">
                <a:solidFill>
                  <a:srgbClr val="E8EDF7"/>
                </a:solidFill>
                <a:latin typeface="Arial" pitchFamily="34" charset="0"/>
                <a:ea typeface="Arial" pitchFamily="34" charset="0"/>
                <a:cs typeface="Arial" pitchFamily="34" charset="0"/>
              </a:rPr>
              <a:t>⚡ GridGuard AI</a:t>
            </a:r>
            <a:endParaRPr lang="zh-CN" altLang="en-US" sz="4400" b="0" i="0" u="none" strike="noStrike" kern="1200" cap="none" spc="0" baseline="0">
              <a:solidFill>
                <a:schemeClr val="tx1"/>
              </a:solidFill>
              <a:latin typeface="Calibri" pitchFamily="0" charset="0"/>
              <a:ea typeface="等线" pitchFamily="0" charset="0"/>
              <a:cs typeface="Calibri" pitchFamily="0" charset="0"/>
            </a:endParaRPr>
          </a:p>
        </p:txBody>
      </p:sp>
      <p:sp>
        <p:nvSpPr>
          <p:cNvPr id="9" name="矩形"/>
          <p:cNvSpPr>
            <a:spLocks/>
          </p:cNvSpPr>
          <p:nvPr/>
        </p:nvSpPr>
        <p:spPr>
          <a:xfrm rot="0">
            <a:off x="822960" y="3200400"/>
            <a:ext cx="10515600" cy="640079"/>
          </a:xfrm>
          <a:prstGeom prst="rect"/>
          <a:noFill/>
          <a:ln w="12700" cmpd="sng" cap="flat">
            <a:noFill/>
            <a:prstDash val="solid"/>
            <a:miter/>
          </a:ln>
        </p:spPr>
        <p:txBody>
          <a:bodyPr vert="horz" wrap="square" lIns="0" tIns="0" rIns="0" bIns="0" anchor="ctr" anchorCtr="0">
            <a:prstTxWarp prst="textNoShape"/>
          </a:bodyPr>
          <a:lstStyle/>
          <a:p>
            <a:pPr marL="0" indent="0" algn="l">
              <a:lnSpc>
                <a:spcPct val="100000"/>
              </a:lnSpc>
              <a:spcBef>
                <a:spcPts val="0"/>
              </a:spcBef>
              <a:spcAft>
                <a:spcPts val="0"/>
              </a:spcAft>
              <a:buNone/>
            </a:pPr>
            <a:r>
              <a:rPr lang="en-US" altLang="zh-CN" sz="2200" b="0" i="0" u="none" strike="noStrike" kern="1200" cap="none" spc="0" baseline="0">
                <a:solidFill>
                  <a:srgbClr val="4FD1C5"/>
                </a:solidFill>
                <a:latin typeface="Arial" pitchFamily="34" charset="0"/>
                <a:ea typeface="Arial" pitchFamily="34" charset="0"/>
                <a:cs typeface="Arial" pitchFamily="34" charset="0"/>
              </a:rPr>
              <a:t>Outage &amp; Equipment Failure Advisor</a:t>
            </a:r>
            <a:endParaRPr lang="zh-CN" altLang="en-US" sz="2200" b="0" i="0" u="none" strike="noStrike" kern="1200" cap="none" spc="0" baseline="0">
              <a:solidFill>
                <a:schemeClr val="tx1"/>
              </a:solidFill>
              <a:latin typeface="Calibri" pitchFamily="0" charset="0"/>
              <a:ea typeface="等线" pitchFamily="0" charset="0"/>
              <a:cs typeface="Calibri" pitchFamily="0" charset="0"/>
            </a:endParaRPr>
          </a:p>
        </p:txBody>
      </p:sp>
      <p:sp>
        <p:nvSpPr>
          <p:cNvPr id="10" name="矩形"/>
          <p:cNvSpPr>
            <a:spLocks/>
          </p:cNvSpPr>
          <p:nvPr/>
        </p:nvSpPr>
        <p:spPr>
          <a:xfrm rot="0">
            <a:off x="822960" y="3886200"/>
            <a:ext cx="10058401" cy="457200"/>
          </a:xfrm>
          <a:prstGeom prst="rect"/>
          <a:noFill/>
          <a:ln w="12700" cmpd="sng" cap="flat">
            <a:noFill/>
            <a:prstDash val="solid"/>
            <a:miter/>
          </a:ln>
        </p:spPr>
        <p:txBody>
          <a:bodyPr vert="horz" wrap="square" lIns="0" tIns="0" rIns="0" bIns="0" anchor="ctr" anchorCtr="0">
            <a:prstTxWarp prst="textNoShape"/>
          </a:bodyPr>
          <a:lstStyle/>
          <a:p>
            <a:pPr marL="0" indent="0" algn="l">
              <a:lnSpc>
                <a:spcPct val="100000"/>
              </a:lnSpc>
              <a:spcBef>
                <a:spcPts val="0"/>
              </a:spcBef>
              <a:spcAft>
                <a:spcPts val="0"/>
              </a:spcAft>
              <a:buNone/>
            </a:pPr>
            <a:r>
              <a:rPr lang="en-US" altLang="zh-CN" sz="1400" b="0" i="0" u="none" strike="noStrike" kern="1200" cap="none" spc="0" baseline="0">
                <a:solidFill>
                  <a:srgbClr val="8FA0C2"/>
                </a:solidFill>
                <a:latin typeface="Arial" pitchFamily="34" charset="0"/>
                <a:ea typeface="Arial" pitchFamily="34" charset="0"/>
                <a:cs typeface="Arial" pitchFamily="34" charset="0"/>
              </a:rPr>
              <a:t>IBM BoB AI Innovation Hackathon 2026  ·  Track: AI  ·  Problem U1 — Utilities</a:t>
            </a:r>
            <a:endParaRPr lang="zh-CN" altLang="en-US" sz="1400" b="0" i="0" u="none" strike="noStrike" kern="1200" cap="none" spc="0" baseline="0">
              <a:solidFill>
                <a:schemeClr val="tx1"/>
              </a:solidFill>
              <a:latin typeface="Calibri" pitchFamily="0" charset="0"/>
              <a:ea typeface="等线" pitchFamily="0" charset="0"/>
              <a:cs typeface="Calibri" pitchFamily="0" charset="0"/>
            </a:endParaRPr>
          </a:p>
        </p:txBody>
      </p:sp>
      <p:sp>
        <p:nvSpPr>
          <p:cNvPr id="11" name="矩形"/>
          <p:cNvSpPr>
            <a:spLocks/>
          </p:cNvSpPr>
          <p:nvPr/>
        </p:nvSpPr>
        <p:spPr>
          <a:xfrm rot="0">
            <a:off x="613413" y="5798819"/>
            <a:ext cx="7315200" cy="365759"/>
          </a:xfrm>
          <a:prstGeom prst="rect"/>
          <a:noFill/>
          <a:ln w="12700" cmpd="sng" cap="flat">
            <a:noFill/>
            <a:prstDash val="solid"/>
            <a:miter/>
          </a:ln>
        </p:spPr>
        <p:txBody>
          <a:bodyPr vert="horz" wrap="square" lIns="0" tIns="0" rIns="0" bIns="0" anchor="ctr" anchorCtr="0">
            <a:prstTxWarp prst="textNoShape"/>
          </a:bodyPr>
          <a:lstStyle/>
          <a:p>
            <a:pPr marL="0" indent="0" algn="l">
              <a:lnSpc>
                <a:spcPct val="100000"/>
              </a:lnSpc>
              <a:spcBef>
                <a:spcPts val="0"/>
              </a:spcBef>
              <a:spcAft>
                <a:spcPts val="0"/>
              </a:spcAft>
              <a:buNone/>
            </a:pPr>
            <a:r>
              <a:rPr lang="en-US" altLang="zh-CN" sz="2000" b="1" i="0" u="none" strike="noStrike" kern="1200" cap="none" spc="0" baseline="0">
                <a:solidFill>
                  <a:srgbClr val="E8EDF7"/>
                </a:solidFill>
                <a:latin typeface="Arial" pitchFamily="34" charset="0"/>
                <a:ea typeface="Arial" pitchFamily="34" charset="0"/>
                <a:cs typeface="Arial" pitchFamily="34" charset="0"/>
              </a:rPr>
              <a:t>Team </a:t>
            </a:r>
            <a:r>
              <a:rPr lang="en-US" altLang="zh-CN" sz="2000" b="1" i="0" u="none" strike="noStrike" kern="1200" cap="none" spc="0" baseline="0">
                <a:solidFill>
                  <a:srgbClr val="E8EDF7"/>
                </a:solidFill>
                <a:latin typeface="Arial" pitchFamily="34" charset="0"/>
                <a:ea typeface="Arial" pitchFamily="34" charset="0"/>
                <a:cs typeface="Arial" pitchFamily="34" charset="0"/>
              </a:rPr>
              <a:t>Innov8</a:t>
            </a:r>
            <a:endParaRPr lang="zh-CN" altLang="en-US" sz="2000" b="1" i="0" u="none" strike="noStrike" kern="1200" cap="none" spc="0" baseline="0">
              <a:solidFill>
                <a:srgbClr val="E8EDF7"/>
              </a:solidFill>
              <a:latin typeface="Arial" pitchFamily="34" charset="0"/>
              <a:ea typeface="Arial" pitchFamily="34" charset="0"/>
              <a:cs typeface="Arial" pitchFamily="34" charset="0"/>
            </a:endParaRPr>
          </a:p>
        </p:txBody>
      </p:sp>
    </p:spTree>
    <p:extLst>
      <p:ext uri="{BB962C8B-B14F-4D97-AF65-F5344CB8AC3E}">
        <p14:creationId xmlns:p14="http://schemas.microsoft.com/office/powerpoint/2010/main" val="1545889522"/>
      </p:ext>
    </p:extLst>
  </p:cSld>
  <p:clrMapOvr>
    <a:masterClrMapping/>
  </p:clrMapOvr>
</p:sld>
</file>

<file path=ppt/slides/slide2.xml><?xml version="1.0" encoding="utf-8"?>
<p:sld xmlns:p="http://schemas.openxmlformats.org/presentationml/2006/main" xmlns:r="http://schemas.openxmlformats.org/officeDocument/2006/relationships" xmlns:a="http://schemas.openxmlformats.org/drawingml/2006/main">
  <p:cSld>
    <p:bg>
      <p:bgPr>
        <a:solidFill>
          <a:srgbClr val="0B1220"/>
        </a:solidFill>
      </p:bgPr>
    </p:bg>
    <p:spTree>
      <p:nvGrpSpPr>
        <p:cNvPr id="1" name=""/>
        <p:cNvGrpSpPr/>
        <p:nvPr/>
      </p:nvGrpSpPr>
      <p:grpSpPr>
        <a:xfrm>
          <a:off x="0" y="0"/>
          <a:ext cx="0" cy="0"/>
          <a:chOff x="0" y="0"/>
          <a:chExt cx="0" cy="0"/>
        </a:xfrm>
      </p:grpSpPr>
      <p:sp>
        <p:nvSpPr>
          <p:cNvPr id="14" name="矩形"/>
          <p:cNvSpPr>
            <a:spLocks/>
          </p:cNvSpPr>
          <p:nvPr/>
        </p:nvSpPr>
        <p:spPr>
          <a:xfrm rot="0">
            <a:off x="640080" y="457200"/>
            <a:ext cx="10789920" cy="640080"/>
          </a:xfrm>
          <a:prstGeom prst="rect"/>
          <a:noFill/>
          <a:ln w="12700" cmpd="sng" cap="flat">
            <a:noFill/>
            <a:prstDash val="solid"/>
            <a:miter/>
          </a:ln>
        </p:spPr>
        <p:txBody>
          <a:bodyPr vert="horz" wrap="square" lIns="0" tIns="0" rIns="0" bIns="0" anchor="ctr" anchorCtr="0">
            <a:prstTxWarp prst="textNoShape"/>
          </a:bodyPr>
          <a:lstStyle/>
          <a:p>
            <a:pPr marL="0" indent="0" algn="l">
              <a:lnSpc>
                <a:spcPct val="100000"/>
              </a:lnSpc>
              <a:spcBef>
                <a:spcPts val="0"/>
              </a:spcBef>
              <a:spcAft>
                <a:spcPts val="0"/>
              </a:spcAft>
              <a:buNone/>
            </a:pPr>
            <a:r>
              <a:rPr lang="en-US" altLang="zh-CN" sz="2800" b="1" i="0" u="none" strike="noStrike" kern="1200" cap="none" spc="0" baseline="0">
                <a:solidFill>
                  <a:srgbClr val="E8EDF7"/>
                </a:solidFill>
                <a:latin typeface="Arial" pitchFamily="34" charset="0"/>
                <a:ea typeface="Arial" pitchFamily="34" charset="0"/>
                <a:cs typeface="Arial" pitchFamily="34" charset="0"/>
              </a:rPr>
              <a:t>The Problem</a:t>
            </a:r>
            <a:endParaRPr lang="zh-CN" altLang="en-US" sz="2800" b="0" i="0" u="none" strike="noStrike" kern="1200" cap="none" spc="0" baseline="0">
              <a:solidFill>
                <a:schemeClr val="tx1"/>
              </a:solidFill>
              <a:latin typeface="Calibri" pitchFamily="0" charset="0"/>
              <a:ea typeface="等线" pitchFamily="0" charset="0"/>
              <a:cs typeface="Calibri" pitchFamily="0" charset="0"/>
            </a:endParaRPr>
          </a:p>
        </p:txBody>
      </p:sp>
      <p:sp>
        <p:nvSpPr>
          <p:cNvPr id="15" name="矩形"/>
          <p:cNvSpPr>
            <a:spLocks/>
          </p:cNvSpPr>
          <p:nvPr/>
        </p:nvSpPr>
        <p:spPr>
          <a:xfrm rot="0">
            <a:off x="640080" y="1051560"/>
            <a:ext cx="10789920" cy="457199"/>
          </a:xfrm>
          <a:prstGeom prst="rect"/>
          <a:noFill/>
          <a:ln w="12700" cmpd="sng" cap="flat">
            <a:noFill/>
            <a:prstDash val="solid"/>
            <a:miter/>
          </a:ln>
        </p:spPr>
        <p:txBody>
          <a:bodyPr vert="horz" wrap="square" lIns="0" tIns="0" rIns="0" bIns="0" anchor="ctr" anchorCtr="0">
            <a:prstTxWarp prst="textNoShape"/>
          </a:bodyPr>
          <a:lstStyle/>
          <a:p>
            <a:pPr marL="0" indent="0" algn="l">
              <a:lnSpc>
                <a:spcPct val="100000"/>
              </a:lnSpc>
              <a:spcBef>
                <a:spcPts val="0"/>
              </a:spcBef>
              <a:spcAft>
                <a:spcPts val="0"/>
              </a:spcAft>
              <a:buNone/>
            </a:pPr>
            <a:r>
              <a:rPr lang="en-US" altLang="zh-CN" sz="1500" b="0" i="0" u="none" strike="noStrike" kern="1200" cap="none" spc="0" baseline="0">
                <a:solidFill>
                  <a:srgbClr val="8FA0C2"/>
                </a:solidFill>
                <a:latin typeface="Arial" pitchFamily="34" charset="0"/>
                <a:ea typeface="Arial" pitchFamily="34" charset="0"/>
                <a:cs typeface="Arial" pitchFamily="34" charset="0"/>
              </a:rPr>
              <a:t>Grid maintenance runs on the calendar, not on actual equipment condition</a:t>
            </a:r>
            <a:endParaRPr lang="zh-CN" altLang="en-US" sz="1500" b="0" i="0" u="none" strike="noStrike" kern="1200" cap="none" spc="0" baseline="0">
              <a:solidFill>
                <a:schemeClr val="tx1"/>
              </a:solidFill>
              <a:latin typeface="Calibri" pitchFamily="0" charset="0"/>
              <a:ea typeface="等线" pitchFamily="0" charset="0"/>
              <a:cs typeface="Calibri" pitchFamily="0" charset="0"/>
            </a:endParaRPr>
          </a:p>
        </p:txBody>
      </p:sp>
      <p:sp>
        <p:nvSpPr>
          <p:cNvPr id="16" name="圆角矩形"/>
          <p:cNvSpPr>
            <a:spLocks/>
          </p:cNvSpPr>
          <p:nvPr/>
        </p:nvSpPr>
        <p:spPr>
          <a:xfrm rot="0">
            <a:off x="640080" y="1920240"/>
            <a:ext cx="10789920" cy="1234440"/>
          </a:xfrm>
          <a:prstGeom prst="roundRect">
            <a:avLst>
              <a:gd name="adj" fmla="val 4444"/>
            </a:avLst>
          </a:prstGeom>
          <a:solidFill>
            <a:srgbClr val="121B2E"/>
          </a:solidFill>
          <a:ln w="12700" cmpd="sng" cap="flat">
            <a:solidFill>
              <a:srgbClr val="25314F"/>
            </a:solidFill>
            <a:prstDash val="solid"/>
            <a:round/>
          </a:ln>
        </p:spPr>
      </p:sp>
      <p:sp>
        <p:nvSpPr>
          <p:cNvPr id="17" name="矩形"/>
          <p:cNvSpPr>
            <a:spLocks/>
          </p:cNvSpPr>
          <p:nvPr/>
        </p:nvSpPr>
        <p:spPr>
          <a:xfrm rot="0">
            <a:off x="914400" y="2066544"/>
            <a:ext cx="10241281" cy="365760"/>
          </a:xfrm>
          <a:prstGeom prst="rect"/>
          <a:noFill/>
          <a:ln w="12700" cmpd="sng" cap="flat">
            <a:noFill/>
            <a:prstDash val="solid"/>
            <a:miter/>
          </a:ln>
        </p:spPr>
        <p:txBody>
          <a:bodyPr vert="horz" wrap="square" lIns="0" tIns="0" rIns="0" bIns="0" anchor="ctr" anchorCtr="0">
            <a:prstTxWarp prst="textNoShape"/>
          </a:bodyPr>
          <a:lstStyle/>
          <a:p>
            <a:pPr marL="0" indent="0" algn="l">
              <a:lnSpc>
                <a:spcPct val="100000"/>
              </a:lnSpc>
              <a:spcBef>
                <a:spcPts val="0"/>
              </a:spcBef>
              <a:spcAft>
                <a:spcPts val="0"/>
              </a:spcAft>
              <a:buNone/>
            </a:pPr>
            <a:r>
              <a:rPr lang="en-US" altLang="zh-CN" sz="1500" b="1" i="0" u="none" strike="noStrike" kern="1200" cap="none" spc="0" baseline="0">
                <a:solidFill>
                  <a:srgbClr val="4FD1C5"/>
                </a:solidFill>
                <a:latin typeface="Arial" pitchFamily="34" charset="0"/>
                <a:ea typeface="Arial" pitchFamily="34" charset="0"/>
                <a:cs typeface="Arial" pitchFamily="34" charset="0"/>
              </a:rPr>
              <a:t>Sensors already know</a:t>
            </a:r>
            <a:endParaRPr lang="zh-CN" altLang="en-US" sz="1500" b="0" i="0" u="none" strike="noStrike" kern="1200" cap="none" spc="0" baseline="0">
              <a:solidFill>
                <a:schemeClr val="tx1"/>
              </a:solidFill>
              <a:latin typeface="Calibri" pitchFamily="0" charset="0"/>
              <a:ea typeface="等线" pitchFamily="0" charset="0"/>
              <a:cs typeface="Calibri" pitchFamily="0" charset="0"/>
            </a:endParaRPr>
          </a:p>
        </p:txBody>
      </p:sp>
      <p:sp>
        <p:nvSpPr>
          <p:cNvPr id="18" name="矩形"/>
          <p:cNvSpPr>
            <a:spLocks/>
          </p:cNvSpPr>
          <p:nvPr/>
        </p:nvSpPr>
        <p:spPr>
          <a:xfrm rot="0">
            <a:off x="914400" y="2450591"/>
            <a:ext cx="10241281" cy="594359"/>
          </a:xfrm>
          <a:prstGeom prst="rect"/>
          <a:noFill/>
          <a:ln w="12700" cmpd="sng" cap="flat">
            <a:noFill/>
            <a:prstDash val="solid"/>
            <a:miter/>
          </a:ln>
        </p:spPr>
        <p:txBody>
          <a:bodyPr vert="horz" wrap="square" lIns="0" tIns="0" rIns="0" bIns="0" anchor="ctr" anchorCtr="0">
            <a:prstTxWarp prst="textNoShape"/>
          </a:bodyPr>
          <a:lstStyle/>
          <a:p>
            <a:pPr marL="0" indent="0" algn="l">
              <a:lnSpc>
                <a:spcPct val="100000"/>
              </a:lnSpc>
              <a:spcBef>
                <a:spcPts val="0"/>
              </a:spcBef>
              <a:spcAft>
                <a:spcPts val="0"/>
              </a:spcAft>
              <a:buNone/>
            </a:pPr>
            <a:r>
              <a:rPr lang="en-US" altLang="zh-CN" sz="1300" b="0" i="0" u="none" strike="noStrike" kern="1200" cap="none" spc="0" baseline="0">
                <a:solidFill>
                  <a:srgbClr val="E8EDF7"/>
                </a:solidFill>
                <a:latin typeface="Arial" pitchFamily="34" charset="0"/>
                <a:ea typeface="Arial" pitchFamily="34" charset="0"/>
                <a:cs typeface="Arial" pitchFamily="34" charset="0"/>
              </a:rPr>
              <a:t>Hotspot temperature, vibration, partial discharge, and oil quality show failure signatures weeks in advance — but the data sits unanalysed.</a:t>
            </a:r>
            <a:endParaRPr lang="zh-CN" altLang="en-US" sz="1300" b="0" i="0" u="none" strike="noStrike" kern="1200" cap="none" spc="0" baseline="0">
              <a:solidFill>
                <a:schemeClr val="tx1"/>
              </a:solidFill>
              <a:latin typeface="Calibri" pitchFamily="0" charset="0"/>
              <a:ea typeface="等线" pitchFamily="0" charset="0"/>
              <a:cs typeface="Calibri" pitchFamily="0" charset="0"/>
            </a:endParaRPr>
          </a:p>
        </p:txBody>
      </p:sp>
      <p:sp>
        <p:nvSpPr>
          <p:cNvPr id="19" name="圆角矩形"/>
          <p:cNvSpPr>
            <a:spLocks/>
          </p:cNvSpPr>
          <p:nvPr/>
        </p:nvSpPr>
        <p:spPr>
          <a:xfrm rot="0">
            <a:off x="640080" y="3383279"/>
            <a:ext cx="10789920" cy="1234440"/>
          </a:xfrm>
          <a:prstGeom prst="roundRect">
            <a:avLst>
              <a:gd name="adj" fmla="val 4444"/>
            </a:avLst>
          </a:prstGeom>
          <a:solidFill>
            <a:srgbClr val="121B2E"/>
          </a:solidFill>
          <a:ln w="12700" cmpd="sng" cap="flat">
            <a:solidFill>
              <a:srgbClr val="25314F"/>
            </a:solidFill>
            <a:prstDash val="solid"/>
            <a:round/>
          </a:ln>
        </p:spPr>
      </p:sp>
      <p:sp>
        <p:nvSpPr>
          <p:cNvPr id="20" name="矩形"/>
          <p:cNvSpPr>
            <a:spLocks/>
          </p:cNvSpPr>
          <p:nvPr/>
        </p:nvSpPr>
        <p:spPr>
          <a:xfrm rot="0">
            <a:off x="914400" y="3529583"/>
            <a:ext cx="10241281" cy="365759"/>
          </a:xfrm>
          <a:prstGeom prst="rect"/>
          <a:noFill/>
          <a:ln w="12700" cmpd="sng" cap="flat">
            <a:noFill/>
            <a:prstDash val="solid"/>
            <a:miter/>
          </a:ln>
        </p:spPr>
        <p:txBody>
          <a:bodyPr vert="horz" wrap="square" lIns="0" tIns="0" rIns="0" bIns="0" anchor="ctr" anchorCtr="0">
            <a:prstTxWarp prst="textNoShape"/>
          </a:bodyPr>
          <a:lstStyle/>
          <a:p>
            <a:pPr marL="0" indent="0" algn="l">
              <a:lnSpc>
                <a:spcPct val="100000"/>
              </a:lnSpc>
              <a:spcBef>
                <a:spcPts val="0"/>
              </a:spcBef>
              <a:spcAft>
                <a:spcPts val="0"/>
              </a:spcAft>
              <a:buNone/>
            </a:pPr>
            <a:r>
              <a:rPr lang="en-US" altLang="zh-CN" sz="1500" b="1" i="0" u="none" strike="noStrike" kern="1200" cap="none" spc="0" baseline="0">
                <a:solidFill>
                  <a:srgbClr val="4FD1C5"/>
                </a:solidFill>
                <a:latin typeface="Arial" pitchFamily="34" charset="0"/>
                <a:ea typeface="Arial" pitchFamily="34" charset="0"/>
                <a:cs typeface="Arial" pitchFamily="34" charset="0"/>
              </a:rPr>
              <a:t>Weather is tracked separately</a:t>
            </a:r>
            <a:endParaRPr lang="zh-CN" altLang="en-US" sz="1500" b="0" i="0" u="none" strike="noStrike" kern="1200" cap="none" spc="0" baseline="0">
              <a:solidFill>
                <a:schemeClr val="tx1"/>
              </a:solidFill>
              <a:latin typeface="Calibri" pitchFamily="0" charset="0"/>
              <a:ea typeface="等线" pitchFamily="0" charset="0"/>
              <a:cs typeface="Calibri" pitchFamily="0" charset="0"/>
            </a:endParaRPr>
          </a:p>
        </p:txBody>
      </p:sp>
      <p:sp>
        <p:nvSpPr>
          <p:cNvPr id="21" name="矩形"/>
          <p:cNvSpPr>
            <a:spLocks/>
          </p:cNvSpPr>
          <p:nvPr/>
        </p:nvSpPr>
        <p:spPr>
          <a:xfrm rot="0">
            <a:off x="914400" y="3913632"/>
            <a:ext cx="10241281" cy="594359"/>
          </a:xfrm>
          <a:prstGeom prst="rect"/>
          <a:noFill/>
          <a:ln w="12700" cmpd="sng" cap="flat">
            <a:noFill/>
            <a:prstDash val="solid"/>
            <a:miter/>
          </a:ln>
        </p:spPr>
        <p:txBody>
          <a:bodyPr vert="horz" wrap="square" lIns="0" tIns="0" rIns="0" bIns="0" anchor="ctr" anchorCtr="0">
            <a:prstTxWarp prst="textNoShape"/>
          </a:bodyPr>
          <a:lstStyle/>
          <a:p>
            <a:pPr marL="0" indent="0" algn="l">
              <a:lnSpc>
                <a:spcPct val="100000"/>
              </a:lnSpc>
              <a:spcBef>
                <a:spcPts val="0"/>
              </a:spcBef>
              <a:spcAft>
                <a:spcPts val="0"/>
              </a:spcAft>
              <a:buNone/>
            </a:pPr>
            <a:r>
              <a:rPr lang="en-US" altLang="zh-CN" sz="1300" b="0" i="0" u="none" strike="noStrike" kern="1200" cap="none" spc="0" baseline="0">
                <a:solidFill>
                  <a:srgbClr val="E8EDF7"/>
                </a:solidFill>
                <a:latin typeface="Arial" pitchFamily="34" charset="0"/>
                <a:ea typeface="Arial" pitchFamily="34" charset="0"/>
                <a:cs typeface="Arial" pitchFamily="34" charset="0"/>
              </a:rPr>
              <a:t>Nobody joins "this transformer is degrading" with "a heatwave hits that region in 3 days" into one action.</a:t>
            </a:r>
            <a:endParaRPr lang="zh-CN" altLang="en-US" sz="1300" b="0" i="0" u="none" strike="noStrike" kern="1200" cap="none" spc="0" baseline="0">
              <a:solidFill>
                <a:schemeClr val="tx1"/>
              </a:solidFill>
              <a:latin typeface="Calibri" pitchFamily="0" charset="0"/>
              <a:ea typeface="等线" pitchFamily="0" charset="0"/>
              <a:cs typeface="Calibri" pitchFamily="0" charset="0"/>
            </a:endParaRPr>
          </a:p>
        </p:txBody>
      </p:sp>
      <p:sp>
        <p:nvSpPr>
          <p:cNvPr id="22" name="圆角矩形"/>
          <p:cNvSpPr>
            <a:spLocks/>
          </p:cNvSpPr>
          <p:nvPr/>
        </p:nvSpPr>
        <p:spPr>
          <a:xfrm rot="0">
            <a:off x="640080" y="4846320"/>
            <a:ext cx="10789920" cy="1234439"/>
          </a:xfrm>
          <a:prstGeom prst="roundRect">
            <a:avLst>
              <a:gd name="adj" fmla="val 4444"/>
            </a:avLst>
          </a:prstGeom>
          <a:solidFill>
            <a:srgbClr val="121B2E"/>
          </a:solidFill>
          <a:ln w="12700" cmpd="sng" cap="flat">
            <a:solidFill>
              <a:srgbClr val="25314F"/>
            </a:solidFill>
            <a:prstDash val="solid"/>
            <a:round/>
          </a:ln>
        </p:spPr>
      </p:sp>
      <p:sp>
        <p:nvSpPr>
          <p:cNvPr id="23" name="矩形"/>
          <p:cNvSpPr>
            <a:spLocks/>
          </p:cNvSpPr>
          <p:nvPr/>
        </p:nvSpPr>
        <p:spPr>
          <a:xfrm rot="0">
            <a:off x="914400" y="4992623"/>
            <a:ext cx="10241281" cy="365759"/>
          </a:xfrm>
          <a:prstGeom prst="rect"/>
          <a:noFill/>
          <a:ln w="12700" cmpd="sng" cap="flat">
            <a:noFill/>
            <a:prstDash val="solid"/>
            <a:miter/>
          </a:ln>
        </p:spPr>
        <p:txBody>
          <a:bodyPr vert="horz" wrap="square" lIns="0" tIns="0" rIns="0" bIns="0" anchor="ctr" anchorCtr="0">
            <a:prstTxWarp prst="textNoShape"/>
          </a:bodyPr>
          <a:lstStyle/>
          <a:p>
            <a:pPr marL="0" indent="0" algn="l">
              <a:lnSpc>
                <a:spcPct val="100000"/>
              </a:lnSpc>
              <a:spcBef>
                <a:spcPts val="0"/>
              </a:spcBef>
              <a:spcAft>
                <a:spcPts val="0"/>
              </a:spcAft>
              <a:buNone/>
            </a:pPr>
            <a:r>
              <a:rPr lang="en-US" altLang="zh-CN" sz="1500" b="1" i="0" u="none" strike="noStrike" kern="1200" cap="none" spc="0" baseline="0">
                <a:solidFill>
                  <a:srgbClr val="4FD1C5"/>
                </a:solidFill>
                <a:latin typeface="Arial" pitchFamily="34" charset="0"/>
                <a:ea typeface="Arial" pitchFamily="34" charset="0"/>
                <a:cs typeface="Arial" pitchFamily="34" charset="0"/>
              </a:rPr>
              <a:t>The cost of reacting late</a:t>
            </a:r>
            <a:endParaRPr lang="zh-CN" altLang="en-US" sz="1500" b="0" i="0" u="none" strike="noStrike" kern="1200" cap="none" spc="0" baseline="0">
              <a:solidFill>
                <a:schemeClr val="tx1"/>
              </a:solidFill>
              <a:latin typeface="Calibri" pitchFamily="0" charset="0"/>
              <a:ea typeface="等线" pitchFamily="0" charset="0"/>
              <a:cs typeface="Calibri" pitchFamily="0" charset="0"/>
            </a:endParaRPr>
          </a:p>
        </p:txBody>
      </p:sp>
      <p:sp>
        <p:nvSpPr>
          <p:cNvPr id="24" name="矩形"/>
          <p:cNvSpPr>
            <a:spLocks/>
          </p:cNvSpPr>
          <p:nvPr/>
        </p:nvSpPr>
        <p:spPr>
          <a:xfrm rot="0">
            <a:off x="914400" y="5376672"/>
            <a:ext cx="10241281" cy="594359"/>
          </a:xfrm>
          <a:prstGeom prst="rect"/>
          <a:noFill/>
          <a:ln w="12700" cmpd="sng" cap="flat">
            <a:noFill/>
            <a:prstDash val="solid"/>
            <a:miter/>
          </a:ln>
        </p:spPr>
        <p:txBody>
          <a:bodyPr vert="horz" wrap="square" lIns="0" tIns="0" rIns="0" bIns="0" anchor="ctr" anchorCtr="0">
            <a:prstTxWarp prst="textNoShape"/>
          </a:bodyPr>
          <a:lstStyle/>
          <a:p>
            <a:pPr marL="0" indent="0" algn="l">
              <a:lnSpc>
                <a:spcPct val="100000"/>
              </a:lnSpc>
              <a:spcBef>
                <a:spcPts val="0"/>
              </a:spcBef>
              <a:spcAft>
                <a:spcPts val="0"/>
              </a:spcAft>
              <a:buNone/>
            </a:pPr>
            <a:r>
              <a:rPr lang="en-US" altLang="zh-CN" sz="1300" b="0" i="0" u="none" strike="noStrike" kern="1200" cap="none" spc="0" baseline="0">
                <a:solidFill>
                  <a:srgbClr val="E8EDF7"/>
                </a:solidFill>
                <a:latin typeface="Arial" pitchFamily="34" charset="0"/>
                <a:ea typeface="Arial" pitchFamily="34" charset="0"/>
                <a:cs typeface="Arial" pitchFamily="34" charset="0"/>
              </a:rPr>
              <a:t>Failures cost utilities $1M+ per hour of outage, and industry-wide maintenance spend runs into the tens of billions per year.</a:t>
            </a:r>
            <a:endParaRPr lang="zh-CN" altLang="en-US" sz="1300" b="0" i="0" u="none" strike="noStrike" kern="1200" cap="none" spc="0" baseline="0">
              <a:solidFill>
                <a:schemeClr val="tx1"/>
              </a:solidFill>
              <a:latin typeface="Calibri" pitchFamily="0" charset="0"/>
              <a:ea typeface="等线" pitchFamily="0" charset="0"/>
              <a:cs typeface="Calibri" pitchFamily="0" charset="0"/>
            </a:endParaRPr>
          </a:p>
        </p:txBody>
      </p:sp>
      <p:sp>
        <p:nvSpPr>
          <p:cNvPr id="25" name="矩形"/>
          <p:cNvSpPr>
            <a:spLocks/>
          </p:cNvSpPr>
          <p:nvPr/>
        </p:nvSpPr>
        <p:spPr>
          <a:xfrm rot="0">
            <a:off x="457200" y="6537960"/>
            <a:ext cx="7315200" cy="274319"/>
          </a:xfrm>
          <a:prstGeom prst="rect"/>
          <a:noFill/>
          <a:ln w="12700" cmpd="sng" cap="flat">
            <a:noFill/>
            <a:prstDash val="solid"/>
            <a:miter/>
          </a:ln>
        </p:spPr>
        <p:txBody>
          <a:bodyPr vert="horz" wrap="square" lIns="0" tIns="0" rIns="0" bIns="0" anchor="ctr" anchorCtr="0">
            <a:prstTxWarp prst="textNoShape"/>
          </a:bodyPr>
          <a:lstStyle/>
          <a:p>
            <a:pPr marL="0" indent="0" algn="l">
              <a:lnSpc>
                <a:spcPct val="100000"/>
              </a:lnSpc>
              <a:spcBef>
                <a:spcPts val="0"/>
              </a:spcBef>
              <a:spcAft>
                <a:spcPts val="0"/>
              </a:spcAft>
              <a:buNone/>
            </a:pPr>
            <a:r>
              <a:rPr lang="en-US" altLang="zh-CN" sz="900" b="0" i="0" u="none" strike="noStrike" kern="1200" cap="none" spc="0" baseline="0">
                <a:solidFill>
                  <a:srgbClr val="8FA0C2"/>
                </a:solidFill>
                <a:latin typeface="Arial" pitchFamily="34" charset="0"/>
                <a:ea typeface="Arial" pitchFamily="34" charset="0"/>
                <a:cs typeface="Arial" pitchFamily="34" charset="0"/>
              </a:rPr>
              <a:t>GridGuard AI  ·  IBM BoB AI Innovation Hackathon 2026</a:t>
            </a:r>
            <a:endParaRPr lang="zh-CN" altLang="en-US" sz="900" b="0" i="0" u="none" strike="noStrike" kern="1200" cap="none" spc="0" baseline="0">
              <a:solidFill>
                <a:schemeClr val="tx1"/>
              </a:solidFill>
              <a:latin typeface="Calibri" pitchFamily="0" charset="0"/>
              <a:ea typeface="等线" pitchFamily="0" charset="0"/>
              <a:cs typeface="Calibri" pitchFamily="0" charset="0"/>
            </a:endParaRPr>
          </a:p>
        </p:txBody>
      </p:sp>
      <p:sp>
        <p:nvSpPr>
          <p:cNvPr id="26" name="矩形"/>
          <p:cNvSpPr>
            <a:spLocks/>
          </p:cNvSpPr>
          <p:nvPr/>
        </p:nvSpPr>
        <p:spPr>
          <a:xfrm rot="0">
            <a:off x="11430001" y="6537960"/>
            <a:ext cx="457200" cy="274319"/>
          </a:xfrm>
          <a:prstGeom prst="rect"/>
          <a:noFill/>
          <a:ln w="12700" cmpd="sng" cap="flat">
            <a:noFill/>
            <a:prstDash val="solid"/>
            <a:miter/>
          </a:ln>
        </p:spPr>
        <p:txBody>
          <a:bodyPr vert="horz" wrap="square" lIns="0" tIns="0" rIns="0" bIns="0" anchor="ctr" anchorCtr="0">
            <a:prstTxWarp prst="textNoShape"/>
          </a:bodyPr>
          <a:lstStyle/>
          <a:p>
            <a:pPr marL="0" indent="0" algn="r">
              <a:lnSpc>
                <a:spcPct val="100000"/>
              </a:lnSpc>
              <a:spcBef>
                <a:spcPts val="0"/>
              </a:spcBef>
              <a:spcAft>
                <a:spcPts val="0"/>
              </a:spcAft>
              <a:buNone/>
            </a:pPr>
            <a:r>
              <a:rPr lang="en-US" altLang="zh-CN" sz="900" b="0" i="0" u="none" strike="noStrike" kern="1200" cap="none" spc="0" baseline="0">
                <a:solidFill>
                  <a:srgbClr val="8FA0C2"/>
                </a:solidFill>
                <a:latin typeface="Arial" pitchFamily="34" charset="0"/>
                <a:ea typeface="Arial" pitchFamily="34" charset="0"/>
                <a:cs typeface="Arial" pitchFamily="34" charset="0"/>
              </a:rPr>
              <a:t>2</a:t>
            </a:r>
            <a:endParaRPr lang="zh-CN" altLang="en-US" sz="900" b="0" i="0" u="none" strike="noStrike" kern="1200" cap="none" spc="0" baseline="0">
              <a:solidFill>
                <a:schemeClr val="tx1"/>
              </a:solidFill>
              <a:latin typeface="Calibri" pitchFamily="0" charset="0"/>
              <a:ea typeface="等线" pitchFamily="0" charset="0"/>
              <a:cs typeface="Calibri" pitchFamily="0" charset="0"/>
            </a:endParaRPr>
          </a:p>
        </p:txBody>
      </p:sp>
    </p:spTree>
    <p:extLst>
      <p:ext uri="{BB962C8B-B14F-4D97-AF65-F5344CB8AC3E}">
        <p14:creationId xmlns:p14="http://schemas.microsoft.com/office/powerpoint/2010/main" val="1549081361"/>
      </p:ext>
    </p:extLst>
  </p:cSld>
  <p:clrMapOvr>
    <a:masterClrMapping/>
  </p:clrMapOvr>
</p:sld>
</file>

<file path=ppt/slides/slide3.xml><?xml version="1.0" encoding="utf-8"?>
<p:sld xmlns:p="http://schemas.openxmlformats.org/presentationml/2006/main" xmlns:r="http://schemas.openxmlformats.org/officeDocument/2006/relationships" xmlns:a="http://schemas.openxmlformats.org/drawingml/2006/main">
  <p:cSld>
    <p:bg>
      <p:bgPr>
        <a:solidFill>
          <a:srgbClr val="0B1220"/>
        </a:solidFill>
      </p:bgPr>
    </p:bg>
    <p:spTree>
      <p:nvGrpSpPr>
        <p:cNvPr id="1" name=""/>
        <p:cNvGrpSpPr/>
        <p:nvPr/>
      </p:nvGrpSpPr>
      <p:grpSpPr>
        <a:xfrm>
          <a:off x="0" y="0"/>
          <a:ext cx="0" cy="0"/>
          <a:chOff x="0" y="0"/>
          <a:chExt cx="0" cy="0"/>
        </a:xfrm>
      </p:grpSpPr>
      <p:sp>
        <p:nvSpPr>
          <p:cNvPr id="29" name="矩形"/>
          <p:cNvSpPr>
            <a:spLocks/>
          </p:cNvSpPr>
          <p:nvPr/>
        </p:nvSpPr>
        <p:spPr>
          <a:xfrm rot="0">
            <a:off x="640080" y="457200"/>
            <a:ext cx="10789920" cy="640080"/>
          </a:xfrm>
          <a:prstGeom prst="rect"/>
          <a:noFill/>
          <a:ln w="12700" cmpd="sng" cap="flat">
            <a:noFill/>
            <a:prstDash val="solid"/>
            <a:miter/>
          </a:ln>
        </p:spPr>
        <p:txBody>
          <a:bodyPr vert="horz" wrap="square" lIns="0" tIns="0" rIns="0" bIns="0" anchor="ctr" anchorCtr="0">
            <a:prstTxWarp prst="textNoShape"/>
          </a:bodyPr>
          <a:lstStyle/>
          <a:p>
            <a:pPr marL="0" indent="0" algn="l">
              <a:lnSpc>
                <a:spcPct val="100000"/>
              </a:lnSpc>
              <a:spcBef>
                <a:spcPts val="0"/>
              </a:spcBef>
              <a:spcAft>
                <a:spcPts val="0"/>
              </a:spcAft>
              <a:buNone/>
            </a:pPr>
            <a:r>
              <a:rPr lang="en-US" altLang="zh-CN" sz="2800" b="1" i="0" u="none" strike="noStrike" kern="1200" cap="none" spc="0" baseline="0">
                <a:solidFill>
                  <a:srgbClr val="E8EDF7"/>
                </a:solidFill>
                <a:latin typeface="Arial" pitchFamily="34" charset="0"/>
                <a:ea typeface="Arial" pitchFamily="34" charset="0"/>
                <a:cs typeface="Arial" pitchFamily="34" charset="0"/>
              </a:rPr>
              <a:t>Our Solution</a:t>
            </a:r>
            <a:endParaRPr lang="zh-CN" altLang="en-US" sz="2800" b="0" i="0" u="none" strike="noStrike" kern="1200" cap="none" spc="0" baseline="0">
              <a:solidFill>
                <a:schemeClr val="tx1"/>
              </a:solidFill>
              <a:latin typeface="Calibri" pitchFamily="0" charset="0"/>
              <a:ea typeface="等线" pitchFamily="0" charset="0"/>
              <a:cs typeface="Calibri" pitchFamily="0" charset="0"/>
            </a:endParaRPr>
          </a:p>
        </p:txBody>
      </p:sp>
      <p:sp>
        <p:nvSpPr>
          <p:cNvPr id="30" name="矩形"/>
          <p:cNvSpPr>
            <a:spLocks/>
          </p:cNvSpPr>
          <p:nvPr/>
        </p:nvSpPr>
        <p:spPr>
          <a:xfrm rot="0">
            <a:off x="640080" y="1051560"/>
            <a:ext cx="10789920" cy="457199"/>
          </a:xfrm>
          <a:prstGeom prst="rect"/>
          <a:noFill/>
          <a:ln w="12700" cmpd="sng" cap="flat">
            <a:noFill/>
            <a:prstDash val="solid"/>
            <a:miter/>
          </a:ln>
        </p:spPr>
        <p:txBody>
          <a:bodyPr vert="horz" wrap="square" lIns="0" tIns="0" rIns="0" bIns="0" anchor="ctr" anchorCtr="0">
            <a:prstTxWarp prst="textNoShape"/>
          </a:bodyPr>
          <a:lstStyle/>
          <a:p>
            <a:pPr marL="0" indent="0" algn="l">
              <a:lnSpc>
                <a:spcPct val="100000"/>
              </a:lnSpc>
              <a:spcBef>
                <a:spcPts val="0"/>
              </a:spcBef>
              <a:spcAft>
                <a:spcPts val="0"/>
              </a:spcAft>
              <a:buNone/>
            </a:pPr>
            <a:r>
              <a:rPr lang="en-US" altLang="zh-CN" sz="1500" b="0" i="0" u="none" strike="noStrike" kern="1200" cap="none" spc="0" baseline="0">
                <a:solidFill>
                  <a:srgbClr val="8FA0C2"/>
                </a:solidFill>
                <a:latin typeface="Arial" pitchFamily="34" charset="0"/>
                <a:ea typeface="Arial" pitchFamily="34" charset="0"/>
                <a:cs typeface="Arial" pitchFamily="34" charset="0"/>
              </a:rPr>
              <a:t>An explainable risk score for every asset, and a one-click action plan</a:t>
            </a:r>
            <a:endParaRPr lang="zh-CN" altLang="en-US" sz="1500" b="0" i="0" u="none" strike="noStrike" kern="1200" cap="none" spc="0" baseline="0">
              <a:solidFill>
                <a:schemeClr val="tx1"/>
              </a:solidFill>
              <a:latin typeface="Calibri" pitchFamily="0" charset="0"/>
              <a:ea typeface="等线" pitchFamily="0" charset="0"/>
              <a:cs typeface="Calibri" pitchFamily="0" charset="0"/>
            </a:endParaRPr>
          </a:p>
        </p:txBody>
      </p:sp>
      <p:sp>
        <p:nvSpPr>
          <p:cNvPr id="31" name="圆角矩形"/>
          <p:cNvSpPr>
            <a:spLocks/>
          </p:cNvSpPr>
          <p:nvPr/>
        </p:nvSpPr>
        <p:spPr>
          <a:xfrm rot="0">
            <a:off x="640080" y="1737360"/>
            <a:ext cx="6400800" cy="4206240"/>
          </a:xfrm>
          <a:prstGeom prst="roundRect">
            <a:avLst>
              <a:gd name="adj" fmla="val 1305"/>
            </a:avLst>
          </a:prstGeom>
          <a:solidFill>
            <a:srgbClr val="121B2E"/>
          </a:solidFill>
          <a:ln w="12700" cmpd="sng" cap="flat">
            <a:solidFill>
              <a:srgbClr val="25314F"/>
            </a:solidFill>
            <a:prstDash val="solid"/>
            <a:round/>
          </a:ln>
        </p:spPr>
      </p:sp>
      <p:sp>
        <p:nvSpPr>
          <p:cNvPr id="32" name="矩形"/>
          <p:cNvSpPr>
            <a:spLocks/>
          </p:cNvSpPr>
          <p:nvPr/>
        </p:nvSpPr>
        <p:spPr>
          <a:xfrm rot="0">
            <a:off x="914400" y="1920240"/>
            <a:ext cx="5852160" cy="365760"/>
          </a:xfrm>
          <a:prstGeom prst="rect"/>
          <a:noFill/>
          <a:ln w="12700" cmpd="sng" cap="flat">
            <a:noFill/>
            <a:prstDash val="solid"/>
            <a:miter/>
          </a:ln>
        </p:spPr>
        <p:txBody>
          <a:bodyPr vert="horz" wrap="square" lIns="0" tIns="0" rIns="0" bIns="0" anchor="ctr" anchorCtr="0">
            <a:prstTxWarp prst="textNoShape"/>
          </a:bodyPr>
          <a:lstStyle/>
          <a:p>
            <a:pPr marL="0" indent="0" algn="l">
              <a:lnSpc>
                <a:spcPct val="100000"/>
              </a:lnSpc>
              <a:spcBef>
                <a:spcPts val="0"/>
              </a:spcBef>
              <a:spcAft>
                <a:spcPts val="0"/>
              </a:spcAft>
              <a:buNone/>
            </a:pPr>
            <a:r>
              <a:rPr lang="en-US" altLang="zh-CN" sz="1400" b="1" i="0" u="none" strike="noStrike" kern="1200" cap="none" spc="0" baseline="0">
                <a:solidFill>
                  <a:srgbClr val="4FD1C5"/>
                </a:solidFill>
                <a:latin typeface="Arial" pitchFamily="34" charset="0"/>
                <a:ea typeface="Arial" pitchFamily="34" charset="0"/>
                <a:cs typeface="Arial" pitchFamily="34" charset="0"/>
              </a:rPr>
              <a:t>Risk score (0-100)</a:t>
            </a:r>
            <a:endParaRPr lang="zh-CN" altLang="en-US" sz="1400" b="0" i="0" u="none" strike="noStrike" kern="1200" cap="none" spc="0" baseline="0">
              <a:solidFill>
                <a:schemeClr val="tx1"/>
              </a:solidFill>
              <a:latin typeface="Calibri" pitchFamily="0" charset="0"/>
              <a:ea typeface="等线" pitchFamily="0" charset="0"/>
              <a:cs typeface="Calibri" pitchFamily="0" charset="0"/>
            </a:endParaRPr>
          </a:p>
        </p:txBody>
      </p:sp>
      <p:sp>
        <p:nvSpPr>
          <p:cNvPr id="33" name="矩形"/>
          <p:cNvSpPr>
            <a:spLocks/>
          </p:cNvSpPr>
          <p:nvPr/>
        </p:nvSpPr>
        <p:spPr>
          <a:xfrm rot="0">
            <a:off x="914400" y="2377440"/>
            <a:ext cx="5852160" cy="1920240"/>
          </a:xfrm>
          <a:prstGeom prst="rect"/>
          <a:noFill/>
          <a:ln w="12700" cmpd="sng" cap="flat">
            <a:noFill/>
            <a:prstDash val="solid"/>
            <a:miter/>
          </a:ln>
        </p:spPr>
        <p:txBody>
          <a:bodyPr vert="horz" wrap="square" lIns="0" tIns="0" rIns="0" bIns="0" anchor="ctr" anchorCtr="0">
            <a:prstTxWarp prst="textNoShape"/>
          </a:bodyPr>
          <a:lstStyle/>
          <a:p>
            <a:pPr marL="0" indent="0" algn="l">
              <a:lnSpc>
                <a:spcPct val="100000"/>
              </a:lnSpc>
              <a:spcBef>
                <a:spcPts val="0"/>
              </a:spcBef>
              <a:spcAft>
                <a:spcPts val="400"/>
              </a:spcAft>
              <a:buNone/>
            </a:pPr>
            <a:r>
              <a:rPr lang="en-US" altLang="zh-CN" sz="1300" b="0" i="0" u="none" strike="noStrike" kern="1200" cap="none" spc="0" baseline="0">
                <a:solidFill>
                  <a:srgbClr val="E8EDF7"/>
                </a:solidFill>
                <a:latin typeface="Consolas" pitchFamily="34" charset="0"/>
                <a:ea typeface="Consolas" pitchFamily="34" charset="0"/>
                <a:cs typeface="Consolas" pitchFamily="34" charset="0"/>
              </a:rPr>
              <a:t>0.20 x age</a:t>
            </a:r>
            <a:endParaRPr lang="en-US" altLang="zh-CN" sz="1300" b="0" i="0" u="none" strike="noStrike" kern="1200" cap="none" spc="0" baseline="0">
              <a:solidFill>
                <a:schemeClr val="tx1"/>
              </a:solidFill>
              <a:latin typeface="Calibri" pitchFamily="0" charset="0"/>
              <a:ea typeface="等线" pitchFamily="0" charset="0"/>
              <a:cs typeface="Calibri" pitchFamily="0" charset="0"/>
            </a:endParaRPr>
          </a:p>
          <a:p>
            <a:pPr marL="0" indent="0" algn="l">
              <a:lnSpc>
                <a:spcPct val="100000"/>
              </a:lnSpc>
              <a:spcBef>
                <a:spcPts val="0"/>
              </a:spcBef>
              <a:spcAft>
                <a:spcPts val="400"/>
              </a:spcAft>
              <a:buNone/>
            </a:pPr>
            <a:r>
              <a:rPr lang="en-US" altLang="zh-CN" sz="1300" b="0" i="0" u="none" strike="noStrike" kern="1200" cap="none" spc="0" baseline="0">
                <a:solidFill>
                  <a:srgbClr val="E8EDF7"/>
                </a:solidFill>
                <a:latin typeface="Consolas" pitchFamily="34" charset="0"/>
                <a:ea typeface="Consolas" pitchFamily="34" charset="0"/>
                <a:cs typeface="Consolas" pitchFamily="34" charset="0"/>
              </a:rPr>
              <a:t>+ 0.18 x hotspot temperature</a:t>
            </a:r>
            <a:endParaRPr lang="en-US" altLang="zh-CN" sz="1300" b="0" i="0" u="none" strike="noStrike" kern="1200" cap="none" spc="0" baseline="0">
              <a:solidFill>
                <a:schemeClr val="tx1"/>
              </a:solidFill>
              <a:latin typeface="Calibri" pitchFamily="0" charset="0"/>
              <a:ea typeface="等线" pitchFamily="0" charset="0"/>
              <a:cs typeface="Calibri" pitchFamily="0" charset="0"/>
            </a:endParaRPr>
          </a:p>
          <a:p>
            <a:pPr marL="0" indent="0" algn="l">
              <a:lnSpc>
                <a:spcPct val="100000"/>
              </a:lnSpc>
              <a:spcBef>
                <a:spcPts val="0"/>
              </a:spcBef>
              <a:spcAft>
                <a:spcPts val="400"/>
              </a:spcAft>
              <a:buNone/>
            </a:pPr>
            <a:r>
              <a:rPr lang="en-US" altLang="zh-CN" sz="1300" b="0" i="0" u="none" strike="noStrike" kern="1200" cap="none" spc="0" baseline="0">
                <a:solidFill>
                  <a:srgbClr val="E8EDF7"/>
                </a:solidFill>
                <a:latin typeface="Consolas" pitchFamily="34" charset="0"/>
                <a:ea typeface="Consolas" pitchFamily="34" charset="0"/>
                <a:cs typeface="Consolas" pitchFamily="34" charset="0"/>
              </a:rPr>
              <a:t>+ 0.14 x vibration</a:t>
            </a:r>
            <a:endParaRPr lang="en-US" altLang="zh-CN" sz="1300" b="0" i="0" u="none" strike="noStrike" kern="1200" cap="none" spc="0" baseline="0">
              <a:solidFill>
                <a:schemeClr val="tx1"/>
              </a:solidFill>
              <a:latin typeface="Calibri" pitchFamily="0" charset="0"/>
              <a:ea typeface="等线" pitchFamily="0" charset="0"/>
              <a:cs typeface="Calibri" pitchFamily="0" charset="0"/>
            </a:endParaRPr>
          </a:p>
          <a:p>
            <a:pPr marL="0" indent="0" algn="l">
              <a:lnSpc>
                <a:spcPct val="100000"/>
              </a:lnSpc>
              <a:spcBef>
                <a:spcPts val="0"/>
              </a:spcBef>
              <a:spcAft>
                <a:spcPts val="400"/>
              </a:spcAft>
              <a:buNone/>
            </a:pPr>
            <a:r>
              <a:rPr lang="en-US" altLang="zh-CN" sz="1300" b="0" i="0" u="none" strike="noStrike" kern="1200" cap="none" spc="0" baseline="0">
                <a:solidFill>
                  <a:srgbClr val="E8EDF7"/>
                </a:solidFill>
                <a:latin typeface="Consolas" pitchFamily="34" charset="0"/>
                <a:ea typeface="Consolas" pitchFamily="34" charset="0"/>
                <a:cs typeface="Consolas" pitchFamily="34" charset="0"/>
              </a:rPr>
              <a:t>+ 0.14 x partial discharge</a:t>
            </a:r>
            <a:endParaRPr lang="en-US" altLang="zh-CN" sz="1300" b="0" i="0" u="none" strike="noStrike" kern="1200" cap="none" spc="0" baseline="0">
              <a:solidFill>
                <a:schemeClr val="tx1"/>
              </a:solidFill>
              <a:latin typeface="Calibri" pitchFamily="0" charset="0"/>
              <a:ea typeface="等线" pitchFamily="0" charset="0"/>
              <a:cs typeface="Calibri" pitchFamily="0" charset="0"/>
            </a:endParaRPr>
          </a:p>
          <a:p>
            <a:pPr marL="0" indent="0" algn="l">
              <a:lnSpc>
                <a:spcPct val="100000"/>
              </a:lnSpc>
              <a:spcBef>
                <a:spcPts val="0"/>
              </a:spcBef>
              <a:spcAft>
                <a:spcPts val="400"/>
              </a:spcAft>
              <a:buNone/>
            </a:pPr>
            <a:r>
              <a:rPr lang="en-US" altLang="zh-CN" sz="1300" b="0" i="0" u="none" strike="noStrike" kern="1200" cap="none" spc="0" baseline="0">
                <a:solidFill>
                  <a:srgbClr val="E8EDF7"/>
                </a:solidFill>
                <a:latin typeface="Consolas" pitchFamily="34" charset="0"/>
                <a:ea typeface="Consolas" pitchFamily="34" charset="0"/>
                <a:cs typeface="Consolas" pitchFamily="34" charset="0"/>
              </a:rPr>
              <a:t>+ 0.14 x (1 - oil quality)</a:t>
            </a:r>
            <a:endParaRPr lang="en-US" altLang="zh-CN" sz="1300" b="0" i="0" u="none" strike="noStrike" kern="1200" cap="none" spc="0" baseline="0">
              <a:solidFill>
                <a:schemeClr val="tx1"/>
              </a:solidFill>
              <a:latin typeface="Calibri" pitchFamily="0" charset="0"/>
              <a:ea typeface="等线" pitchFamily="0" charset="0"/>
              <a:cs typeface="Calibri" pitchFamily="0" charset="0"/>
            </a:endParaRPr>
          </a:p>
          <a:p>
            <a:pPr marL="0" indent="0" algn="l">
              <a:lnSpc>
                <a:spcPct val="100000"/>
              </a:lnSpc>
              <a:spcBef>
                <a:spcPts val="0"/>
              </a:spcBef>
              <a:spcAft>
                <a:spcPts val="400"/>
              </a:spcAft>
              <a:buNone/>
            </a:pPr>
            <a:r>
              <a:rPr lang="en-US" altLang="zh-CN" sz="1300" b="0" i="0" u="none" strike="noStrike" kern="1200" cap="none" spc="0" baseline="0">
                <a:solidFill>
                  <a:srgbClr val="E8EDF7"/>
                </a:solidFill>
                <a:latin typeface="Consolas" pitchFamily="34" charset="0"/>
                <a:ea typeface="Consolas" pitchFamily="34" charset="0"/>
                <a:cs typeface="Consolas" pitchFamily="34" charset="0"/>
              </a:rPr>
              <a:t>+ 0.08 x days since maintenance</a:t>
            </a:r>
            <a:endParaRPr lang="en-US" altLang="zh-CN" sz="1300" b="0" i="0" u="none" strike="noStrike" kern="1200" cap="none" spc="0" baseline="0">
              <a:solidFill>
                <a:schemeClr val="tx1"/>
              </a:solidFill>
              <a:latin typeface="Calibri" pitchFamily="0" charset="0"/>
              <a:ea typeface="等线" pitchFamily="0" charset="0"/>
              <a:cs typeface="Calibri" pitchFamily="0" charset="0"/>
            </a:endParaRPr>
          </a:p>
          <a:p>
            <a:pPr marL="0" indent="0" algn="l">
              <a:lnSpc>
                <a:spcPct val="100000"/>
              </a:lnSpc>
              <a:spcBef>
                <a:spcPts val="0"/>
              </a:spcBef>
              <a:spcAft>
                <a:spcPts val="400"/>
              </a:spcAft>
              <a:buNone/>
            </a:pPr>
            <a:r>
              <a:rPr lang="en-US" altLang="zh-CN" sz="1300" b="0" i="0" u="none" strike="noStrike" kern="1200" cap="none" spc="0" baseline="0">
                <a:solidFill>
                  <a:srgbClr val="E8EDF7"/>
                </a:solidFill>
                <a:latin typeface="Consolas" pitchFamily="34" charset="0"/>
                <a:ea typeface="Consolas" pitchFamily="34" charset="0"/>
                <a:cs typeface="Consolas" pitchFamily="34" charset="0"/>
              </a:rPr>
              <a:t>+ 0.12 x weather severity forecast</a:t>
            </a:r>
            <a:endParaRPr lang="zh-CN" altLang="en-US" sz="1300" b="0" i="0" u="none" strike="noStrike" kern="1200" cap="none" spc="0" baseline="0">
              <a:solidFill>
                <a:schemeClr val="tx1"/>
              </a:solidFill>
              <a:latin typeface="Calibri" pitchFamily="0" charset="0"/>
              <a:ea typeface="等线" pitchFamily="0" charset="0"/>
              <a:cs typeface="Calibri" pitchFamily="0" charset="0"/>
            </a:endParaRPr>
          </a:p>
        </p:txBody>
      </p:sp>
      <p:sp>
        <p:nvSpPr>
          <p:cNvPr id="34" name="矩形"/>
          <p:cNvSpPr>
            <a:spLocks/>
          </p:cNvSpPr>
          <p:nvPr/>
        </p:nvSpPr>
        <p:spPr>
          <a:xfrm rot="0">
            <a:off x="914400" y="4434840"/>
            <a:ext cx="5852160" cy="1371599"/>
          </a:xfrm>
          <a:prstGeom prst="rect"/>
          <a:noFill/>
          <a:ln w="12700" cmpd="sng" cap="flat">
            <a:noFill/>
            <a:prstDash val="solid"/>
            <a:miter/>
          </a:ln>
        </p:spPr>
        <p:txBody>
          <a:bodyPr vert="horz" wrap="square" lIns="0" tIns="0" rIns="0" bIns="0" anchor="ctr" anchorCtr="0">
            <a:prstTxWarp prst="textNoShape"/>
          </a:bodyPr>
          <a:lstStyle/>
          <a:p>
            <a:pPr marL="0" indent="0" algn="l">
              <a:lnSpc>
                <a:spcPct val="100000"/>
              </a:lnSpc>
              <a:spcBef>
                <a:spcPts val="0"/>
              </a:spcBef>
              <a:spcAft>
                <a:spcPts val="0"/>
              </a:spcAft>
              <a:buNone/>
            </a:pPr>
            <a:r>
              <a:rPr lang="en-US" altLang="zh-CN" sz="1250" b="0" i="0" u="none" strike="noStrike" kern="1200" cap="none" spc="0" baseline="0">
                <a:solidFill>
                  <a:srgbClr val="8FA0C2"/>
                </a:solidFill>
                <a:latin typeface="Arial" pitchFamily="34" charset="0"/>
                <a:ea typeface="Arial" pitchFamily="34" charset="0"/>
                <a:cs typeface="Arial" pitchFamily="34" charset="0"/>
              </a:rPr>
              <a:t>Every factor is normalised, weighted, and traceable — a supervisor can see exactly why an asset scored what it did.</a:t>
            </a:r>
            <a:endParaRPr lang="zh-CN" altLang="en-US" sz="1250" b="0" i="0" u="none" strike="noStrike" kern="1200" cap="none" spc="0" baseline="0">
              <a:solidFill>
                <a:schemeClr val="tx1"/>
              </a:solidFill>
              <a:latin typeface="Calibri" pitchFamily="0" charset="0"/>
              <a:ea typeface="等线" pitchFamily="0" charset="0"/>
              <a:cs typeface="Calibri" pitchFamily="0" charset="0"/>
            </a:endParaRPr>
          </a:p>
        </p:txBody>
      </p:sp>
      <p:sp>
        <p:nvSpPr>
          <p:cNvPr id="35" name="圆角矩形"/>
          <p:cNvSpPr>
            <a:spLocks/>
          </p:cNvSpPr>
          <p:nvPr/>
        </p:nvSpPr>
        <p:spPr>
          <a:xfrm rot="0">
            <a:off x="7223760" y="1737360"/>
            <a:ext cx="4206240" cy="4206240"/>
          </a:xfrm>
          <a:prstGeom prst="roundRect">
            <a:avLst>
              <a:gd name="adj" fmla="val 1305"/>
            </a:avLst>
          </a:prstGeom>
          <a:solidFill>
            <a:srgbClr val="121B2E"/>
          </a:solidFill>
          <a:ln w="12700" cmpd="sng" cap="flat">
            <a:solidFill>
              <a:srgbClr val="25314F"/>
            </a:solidFill>
            <a:prstDash val="solid"/>
            <a:round/>
          </a:ln>
        </p:spPr>
      </p:sp>
      <p:sp>
        <p:nvSpPr>
          <p:cNvPr id="36" name="矩形"/>
          <p:cNvSpPr>
            <a:spLocks/>
          </p:cNvSpPr>
          <p:nvPr/>
        </p:nvSpPr>
        <p:spPr>
          <a:xfrm rot="0">
            <a:off x="7498080" y="1920240"/>
            <a:ext cx="3657599" cy="365760"/>
          </a:xfrm>
          <a:prstGeom prst="rect"/>
          <a:noFill/>
          <a:ln w="12700" cmpd="sng" cap="flat">
            <a:noFill/>
            <a:prstDash val="solid"/>
            <a:miter/>
          </a:ln>
        </p:spPr>
        <p:txBody>
          <a:bodyPr vert="horz" wrap="square" lIns="0" tIns="0" rIns="0" bIns="0" anchor="ctr" anchorCtr="0">
            <a:prstTxWarp prst="textNoShape"/>
          </a:bodyPr>
          <a:lstStyle/>
          <a:p>
            <a:pPr marL="0" indent="0" algn="l">
              <a:lnSpc>
                <a:spcPct val="100000"/>
              </a:lnSpc>
              <a:spcBef>
                <a:spcPts val="0"/>
              </a:spcBef>
              <a:spcAft>
                <a:spcPts val="0"/>
              </a:spcAft>
              <a:buNone/>
            </a:pPr>
            <a:r>
              <a:rPr lang="en-US" altLang="zh-CN" sz="1400" b="1" i="0" u="none" strike="noStrike" kern="1200" cap="none" spc="0" baseline="0">
                <a:solidFill>
                  <a:srgbClr val="4FD1C5"/>
                </a:solidFill>
                <a:latin typeface="Arial" pitchFamily="34" charset="0"/>
                <a:ea typeface="Arial" pitchFamily="34" charset="0"/>
                <a:cs typeface="Arial" pitchFamily="34" charset="0"/>
              </a:rPr>
              <a:t>Then, one click:</a:t>
            </a:r>
            <a:endParaRPr lang="zh-CN" altLang="en-US" sz="1400" b="0" i="0" u="none" strike="noStrike" kern="1200" cap="none" spc="0" baseline="0">
              <a:solidFill>
                <a:schemeClr val="tx1"/>
              </a:solidFill>
              <a:latin typeface="Calibri" pitchFamily="0" charset="0"/>
              <a:ea typeface="等线" pitchFamily="0" charset="0"/>
              <a:cs typeface="Calibri" pitchFamily="0" charset="0"/>
            </a:endParaRPr>
          </a:p>
        </p:txBody>
      </p:sp>
      <p:sp>
        <p:nvSpPr>
          <p:cNvPr id="37" name="椭圆"/>
          <p:cNvSpPr>
            <a:spLocks/>
          </p:cNvSpPr>
          <p:nvPr/>
        </p:nvSpPr>
        <p:spPr>
          <a:xfrm rot="0">
            <a:off x="7498080" y="2468880"/>
            <a:ext cx="320040" cy="320040"/>
          </a:xfrm>
          <a:prstGeom prst="ellipse"/>
          <a:solidFill>
            <a:srgbClr val="4FD1C5"/>
          </a:solidFill>
          <a:ln w="12700" cmpd="sng" cap="flat">
            <a:noFill/>
            <a:prstDash val="solid"/>
            <a:miter/>
          </a:ln>
        </p:spPr>
      </p:sp>
      <p:sp>
        <p:nvSpPr>
          <p:cNvPr id="38" name="矩形"/>
          <p:cNvSpPr>
            <a:spLocks/>
          </p:cNvSpPr>
          <p:nvPr/>
        </p:nvSpPr>
        <p:spPr>
          <a:xfrm rot="0">
            <a:off x="7498080" y="2468880"/>
            <a:ext cx="320040" cy="320040"/>
          </a:xfrm>
          <a:prstGeom prst="rect"/>
          <a:noFill/>
          <a:ln w="12700" cmpd="sng" cap="flat">
            <a:noFill/>
            <a:prstDash val="solid"/>
            <a:miter/>
          </a:ln>
        </p:spPr>
        <p:txBody>
          <a:bodyPr vert="horz" wrap="square" lIns="0" tIns="0" rIns="0" bIns="0" anchor="ctr" anchorCtr="0">
            <a:prstTxWarp prst="textNoShape"/>
          </a:bodyPr>
          <a:lstStyle/>
          <a:p>
            <a:pPr marL="0" indent="0" algn="ctr">
              <a:lnSpc>
                <a:spcPct val="100000"/>
              </a:lnSpc>
              <a:spcBef>
                <a:spcPts val="0"/>
              </a:spcBef>
              <a:spcAft>
                <a:spcPts val="0"/>
              </a:spcAft>
              <a:buNone/>
            </a:pPr>
            <a:r>
              <a:rPr lang="en-US" altLang="zh-CN" sz="1300" b="1" i="0" u="none" strike="noStrike" kern="1200" cap="none" spc="0" baseline="0">
                <a:solidFill>
                  <a:srgbClr val="0B1220"/>
                </a:solidFill>
                <a:latin typeface="Arial" pitchFamily="34" charset="0"/>
                <a:ea typeface="Arial" pitchFamily="34" charset="0"/>
                <a:cs typeface="Arial" pitchFamily="34" charset="0"/>
              </a:rPr>
              <a:t>1</a:t>
            </a:r>
            <a:endParaRPr lang="zh-CN" altLang="en-US" sz="1300" b="0" i="0" u="none" strike="noStrike" kern="1200" cap="none" spc="0" baseline="0">
              <a:solidFill>
                <a:schemeClr val="tx1"/>
              </a:solidFill>
              <a:latin typeface="Calibri" pitchFamily="0" charset="0"/>
              <a:ea typeface="等线" pitchFamily="0" charset="0"/>
              <a:cs typeface="Calibri" pitchFamily="0" charset="0"/>
            </a:endParaRPr>
          </a:p>
        </p:txBody>
      </p:sp>
      <p:sp>
        <p:nvSpPr>
          <p:cNvPr id="39" name="矩形"/>
          <p:cNvSpPr>
            <a:spLocks/>
          </p:cNvSpPr>
          <p:nvPr/>
        </p:nvSpPr>
        <p:spPr>
          <a:xfrm rot="0">
            <a:off x="7955280" y="2423160"/>
            <a:ext cx="3383280" cy="548640"/>
          </a:xfrm>
          <a:prstGeom prst="rect"/>
          <a:noFill/>
          <a:ln w="12700" cmpd="sng" cap="flat">
            <a:noFill/>
            <a:prstDash val="solid"/>
            <a:miter/>
          </a:ln>
        </p:spPr>
        <p:txBody>
          <a:bodyPr vert="horz" wrap="square" lIns="0" tIns="0" rIns="0" bIns="0" anchor="ctr" anchorCtr="0">
            <a:prstTxWarp prst="textNoShape"/>
          </a:bodyPr>
          <a:lstStyle/>
          <a:p>
            <a:pPr marL="0" indent="0" algn="l">
              <a:lnSpc>
                <a:spcPct val="100000"/>
              </a:lnSpc>
              <a:spcBef>
                <a:spcPts val="0"/>
              </a:spcBef>
              <a:spcAft>
                <a:spcPts val="0"/>
              </a:spcAft>
              <a:buNone/>
            </a:pPr>
            <a:r>
              <a:rPr lang="en-US" altLang="zh-CN" sz="1250" b="0" i="0" u="none" strike="noStrike" kern="1200" cap="none" spc="0" baseline="0">
                <a:solidFill>
                  <a:srgbClr val="E8EDF7"/>
                </a:solidFill>
                <a:latin typeface="Arial" pitchFamily="34" charset="0"/>
                <a:ea typeface="Arial" pitchFamily="34" charset="0"/>
                <a:cs typeface="Arial" pitchFamily="34" charset="0"/>
              </a:rPr>
              <a:t>Re-rank CRITICAL/HIGH assets by risk x grid-impact</a:t>
            </a:r>
            <a:endParaRPr lang="zh-CN" altLang="en-US" sz="1250" b="0" i="0" u="none" strike="noStrike" kern="1200" cap="none" spc="0" baseline="0">
              <a:solidFill>
                <a:schemeClr val="tx1"/>
              </a:solidFill>
              <a:latin typeface="Calibri" pitchFamily="0" charset="0"/>
              <a:ea typeface="等线" pitchFamily="0" charset="0"/>
              <a:cs typeface="Calibri" pitchFamily="0" charset="0"/>
            </a:endParaRPr>
          </a:p>
        </p:txBody>
      </p:sp>
      <p:sp>
        <p:nvSpPr>
          <p:cNvPr id="40" name="椭圆"/>
          <p:cNvSpPr>
            <a:spLocks/>
          </p:cNvSpPr>
          <p:nvPr/>
        </p:nvSpPr>
        <p:spPr>
          <a:xfrm rot="0">
            <a:off x="7498080" y="3291840"/>
            <a:ext cx="320040" cy="320040"/>
          </a:xfrm>
          <a:prstGeom prst="ellipse"/>
          <a:solidFill>
            <a:srgbClr val="4FD1C5"/>
          </a:solidFill>
          <a:ln w="12700" cmpd="sng" cap="flat">
            <a:noFill/>
            <a:prstDash val="solid"/>
            <a:miter/>
          </a:ln>
        </p:spPr>
      </p:sp>
      <p:sp>
        <p:nvSpPr>
          <p:cNvPr id="41" name="矩形"/>
          <p:cNvSpPr>
            <a:spLocks/>
          </p:cNvSpPr>
          <p:nvPr/>
        </p:nvSpPr>
        <p:spPr>
          <a:xfrm rot="0">
            <a:off x="7498080" y="3291840"/>
            <a:ext cx="320040" cy="320040"/>
          </a:xfrm>
          <a:prstGeom prst="rect"/>
          <a:noFill/>
          <a:ln w="12700" cmpd="sng" cap="flat">
            <a:noFill/>
            <a:prstDash val="solid"/>
            <a:miter/>
          </a:ln>
        </p:spPr>
        <p:txBody>
          <a:bodyPr vert="horz" wrap="square" lIns="0" tIns="0" rIns="0" bIns="0" anchor="ctr" anchorCtr="0">
            <a:prstTxWarp prst="textNoShape"/>
          </a:bodyPr>
          <a:lstStyle/>
          <a:p>
            <a:pPr marL="0" indent="0" algn="ctr">
              <a:lnSpc>
                <a:spcPct val="100000"/>
              </a:lnSpc>
              <a:spcBef>
                <a:spcPts val="0"/>
              </a:spcBef>
              <a:spcAft>
                <a:spcPts val="0"/>
              </a:spcAft>
              <a:buNone/>
            </a:pPr>
            <a:r>
              <a:rPr lang="en-US" altLang="zh-CN" sz="1300" b="1" i="0" u="none" strike="noStrike" kern="1200" cap="none" spc="0" baseline="0">
                <a:solidFill>
                  <a:srgbClr val="0B1220"/>
                </a:solidFill>
                <a:latin typeface="Arial" pitchFamily="34" charset="0"/>
                <a:ea typeface="Arial" pitchFamily="34" charset="0"/>
                <a:cs typeface="Arial" pitchFamily="34" charset="0"/>
              </a:rPr>
              <a:t>2</a:t>
            </a:r>
            <a:endParaRPr lang="zh-CN" altLang="en-US" sz="1300" b="0" i="0" u="none" strike="noStrike" kern="1200" cap="none" spc="0" baseline="0">
              <a:solidFill>
                <a:schemeClr val="tx1"/>
              </a:solidFill>
              <a:latin typeface="Calibri" pitchFamily="0" charset="0"/>
              <a:ea typeface="等线" pitchFamily="0" charset="0"/>
              <a:cs typeface="Calibri" pitchFamily="0" charset="0"/>
            </a:endParaRPr>
          </a:p>
        </p:txBody>
      </p:sp>
      <p:sp>
        <p:nvSpPr>
          <p:cNvPr id="42" name="矩形"/>
          <p:cNvSpPr>
            <a:spLocks/>
          </p:cNvSpPr>
          <p:nvPr/>
        </p:nvSpPr>
        <p:spPr>
          <a:xfrm rot="0">
            <a:off x="7955280" y="3246120"/>
            <a:ext cx="3383280" cy="548639"/>
          </a:xfrm>
          <a:prstGeom prst="rect"/>
          <a:noFill/>
          <a:ln w="12700" cmpd="sng" cap="flat">
            <a:noFill/>
            <a:prstDash val="solid"/>
            <a:miter/>
          </a:ln>
        </p:spPr>
        <p:txBody>
          <a:bodyPr vert="horz" wrap="square" lIns="0" tIns="0" rIns="0" bIns="0" anchor="ctr" anchorCtr="0">
            <a:prstTxWarp prst="textNoShape"/>
          </a:bodyPr>
          <a:lstStyle/>
          <a:p>
            <a:pPr marL="0" indent="0" algn="l">
              <a:lnSpc>
                <a:spcPct val="100000"/>
              </a:lnSpc>
              <a:spcBef>
                <a:spcPts val="0"/>
              </a:spcBef>
              <a:spcAft>
                <a:spcPts val="0"/>
              </a:spcAft>
              <a:buNone/>
            </a:pPr>
            <a:r>
              <a:rPr lang="en-US" altLang="zh-CN" sz="1250" b="0" i="0" u="none" strike="noStrike" kern="1200" cap="none" spc="0" baseline="0">
                <a:solidFill>
                  <a:srgbClr val="E8EDF7"/>
                </a:solidFill>
                <a:latin typeface="Arial" pitchFamily="34" charset="0"/>
                <a:ea typeface="Arial" pitchFamily="34" charset="0"/>
                <a:cs typeface="Arial" pitchFamily="34" charset="0"/>
              </a:rPr>
              <a:t>Assign an action window (24-48h vs 5-7 days)</a:t>
            </a:r>
            <a:endParaRPr lang="zh-CN" altLang="en-US" sz="1250" b="0" i="0" u="none" strike="noStrike" kern="1200" cap="none" spc="0" baseline="0">
              <a:solidFill>
                <a:schemeClr val="tx1"/>
              </a:solidFill>
              <a:latin typeface="Calibri" pitchFamily="0" charset="0"/>
              <a:ea typeface="等线" pitchFamily="0" charset="0"/>
              <a:cs typeface="Calibri" pitchFamily="0" charset="0"/>
            </a:endParaRPr>
          </a:p>
        </p:txBody>
      </p:sp>
      <p:sp>
        <p:nvSpPr>
          <p:cNvPr id="43" name="椭圆"/>
          <p:cNvSpPr>
            <a:spLocks/>
          </p:cNvSpPr>
          <p:nvPr/>
        </p:nvSpPr>
        <p:spPr>
          <a:xfrm rot="0">
            <a:off x="7498080" y="4114800"/>
            <a:ext cx="320040" cy="320040"/>
          </a:xfrm>
          <a:prstGeom prst="ellipse"/>
          <a:solidFill>
            <a:srgbClr val="4FD1C5"/>
          </a:solidFill>
          <a:ln w="12700" cmpd="sng" cap="flat">
            <a:noFill/>
            <a:prstDash val="solid"/>
            <a:miter/>
          </a:ln>
        </p:spPr>
      </p:sp>
      <p:sp>
        <p:nvSpPr>
          <p:cNvPr id="44" name="矩形"/>
          <p:cNvSpPr>
            <a:spLocks/>
          </p:cNvSpPr>
          <p:nvPr/>
        </p:nvSpPr>
        <p:spPr>
          <a:xfrm rot="0">
            <a:off x="7498080" y="4114800"/>
            <a:ext cx="320040" cy="320040"/>
          </a:xfrm>
          <a:prstGeom prst="rect"/>
          <a:noFill/>
          <a:ln w="12700" cmpd="sng" cap="flat">
            <a:noFill/>
            <a:prstDash val="solid"/>
            <a:miter/>
          </a:ln>
        </p:spPr>
        <p:txBody>
          <a:bodyPr vert="horz" wrap="square" lIns="0" tIns="0" rIns="0" bIns="0" anchor="ctr" anchorCtr="0">
            <a:prstTxWarp prst="textNoShape"/>
          </a:bodyPr>
          <a:lstStyle/>
          <a:p>
            <a:pPr marL="0" indent="0" algn="ctr">
              <a:lnSpc>
                <a:spcPct val="100000"/>
              </a:lnSpc>
              <a:spcBef>
                <a:spcPts val="0"/>
              </a:spcBef>
              <a:spcAft>
                <a:spcPts val="0"/>
              </a:spcAft>
              <a:buNone/>
            </a:pPr>
            <a:r>
              <a:rPr lang="en-US" altLang="zh-CN" sz="1300" b="1" i="0" u="none" strike="noStrike" kern="1200" cap="none" spc="0" baseline="0">
                <a:solidFill>
                  <a:srgbClr val="0B1220"/>
                </a:solidFill>
                <a:latin typeface="Arial" pitchFamily="34" charset="0"/>
                <a:ea typeface="Arial" pitchFamily="34" charset="0"/>
                <a:cs typeface="Arial" pitchFamily="34" charset="0"/>
              </a:rPr>
              <a:t>3</a:t>
            </a:r>
            <a:endParaRPr lang="zh-CN" altLang="en-US" sz="1300" b="0" i="0" u="none" strike="noStrike" kern="1200" cap="none" spc="0" baseline="0">
              <a:solidFill>
                <a:schemeClr val="tx1"/>
              </a:solidFill>
              <a:latin typeface="Calibri" pitchFamily="0" charset="0"/>
              <a:ea typeface="等线" pitchFamily="0" charset="0"/>
              <a:cs typeface="Calibri" pitchFamily="0" charset="0"/>
            </a:endParaRPr>
          </a:p>
        </p:txBody>
      </p:sp>
      <p:sp>
        <p:nvSpPr>
          <p:cNvPr id="45" name="矩形"/>
          <p:cNvSpPr>
            <a:spLocks/>
          </p:cNvSpPr>
          <p:nvPr/>
        </p:nvSpPr>
        <p:spPr>
          <a:xfrm rot="0">
            <a:off x="7955280" y="4069080"/>
            <a:ext cx="3383280" cy="548640"/>
          </a:xfrm>
          <a:prstGeom prst="rect"/>
          <a:noFill/>
          <a:ln w="12700" cmpd="sng" cap="flat">
            <a:noFill/>
            <a:prstDash val="solid"/>
            <a:miter/>
          </a:ln>
        </p:spPr>
        <p:txBody>
          <a:bodyPr vert="horz" wrap="square" lIns="0" tIns="0" rIns="0" bIns="0" anchor="ctr" anchorCtr="0">
            <a:prstTxWarp prst="textNoShape"/>
          </a:bodyPr>
          <a:lstStyle/>
          <a:p>
            <a:pPr marL="0" indent="0" algn="l">
              <a:lnSpc>
                <a:spcPct val="100000"/>
              </a:lnSpc>
              <a:spcBef>
                <a:spcPts val="0"/>
              </a:spcBef>
              <a:spcAft>
                <a:spcPts val="0"/>
              </a:spcAft>
              <a:buNone/>
            </a:pPr>
            <a:r>
              <a:rPr lang="en-US" altLang="zh-CN" sz="1250" b="0" i="0" u="none" strike="noStrike" kern="1200" cap="none" spc="0" baseline="0">
                <a:solidFill>
                  <a:srgbClr val="E8EDF7"/>
                </a:solidFill>
                <a:latin typeface="Arial" pitchFamily="34" charset="0"/>
                <a:ea typeface="Arial" pitchFamily="34" charset="0"/>
                <a:cs typeface="Arial" pitchFamily="34" charset="0"/>
              </a:rPr>
              <a:t>Pull real sensor drivers per asset into the plan</a:t>
            </a:r>
            <a:endParaRPr lang="zh-CN" altLang="en-US" sz="1250" b="0" i="0" u="none" strike="noStrike" kern="1200" cap="none" spc="0" baseline="0">
              <a:solidFill>
                <a:schemeClr val="tx1"/>
              </a:solidFill>
              <a:latin typeface="Calibri" pitchFamily="0" charset="0"/>
              <a:ea typeface="等线" pitchFamily="0" charset="0"/>
              <a:cs typeface="Calibri" pitchFamily="0" charset="0"/>
            </a:endParaRPr>
          </a:p>
        </p:txBody>
      </p:sp>
      <p:sp>
        <p:nvSpPr>
          <p:cNvPr id="46" name="椭圆"/>
          <p:cNvSpPr>
            <a:spLocks/>
          </p:cNvSpPr>
          <p:nvPr/>
        </p:nvSpPr>
        <p:spPr>
          <a:xfrm rot="0">
            <a:off x="7498080" y="4937760"/>
            <a:ext cx="320040" cy="320040"/>
          </a:xfrm>
          <a:prstGeom prst="ellipse"/>
          <a:solidFill>
            <a:srgbClr val="4FD1C5"/>
          </a:solidFill>
          <a:ln w="12700" cmpd="sng" cap="flat">
            <a:noFill/>
            <a:prstDash val="solid"/>
            <a:miter/>
          </a:ln>
        </p:spPr>
      </p:sp>
      <p:sp>
        <p:nvSpPr>
          <p:cNvPr id="47" name="矩形"/>
          <p:cNvSpPr>
            <a:spLocks/>
          </p:cNvSpPr>
          <p:nvPr/>
        </p:nvSpPr>
        <p:spPr>
          <a:xfrm rot="0">
            <a:off x="7498080" y="4937760"/>
            <a:ext cx="320040" cy="320040"/>
          </a:xfrm>
          <a:prstGeom prst="rect"/>
          <a:noFill/>
          <a:ln w="12700" cmpd="sng" cap="flat">
            <a:noFill/>
            <a:prstDash val="solid"/>
            <a:miter/>
          </a:ln>
        </p:spPr>
        <p:txBody>
          <a:bodyPr vert="horz" wrap="square" lIns="0" tIns="0" rIns="0" bIns="0" anchor="ctr" anchorCtr="0">
            <a:prstTxWarp prst="textNoShape"/>
          </a:bodyPr>
          <a:lstStyle/>
          <a:p>
            <a:pPr marL="0" indent="0" algn="ctr">
              <a:lnSpc>
                <a:spcPct val="100000"/>
              </a:lnSpc>
              <a:spcBef>
                <a:spcPts val="0"/>
              </a:spcBef>
              <a:spcAft>
                <a:spcPts val="0"/>
              </a:spcAft>
              <a:buNone/>
            </a:pPr>
            <a:r>
              <a:rPr lang="en-US" altLang="zh-CN" sz="1300" b="1" i="0" u="none" strike="noStrike" kern="1200" cap="none" spc="0" baseline="0">
                <a:solidFill>
                  <a:srgbClr val="0B1220"/>
                </a:solidFill>
                <a:latin typeface="Arial" pitchFamily="34" charset="0"/>
                <a:ea typeface="Arial" pitchFamily="34" charset="0"/>
                <a:cs typeface="Arial" pitchFamily="34" charset="0"/>
              </a:rPr>
              <a:t>4</a:t>
            </a:r>
            <a:endParaRPr lang="zh-CN" altLang="en-US" sz="1300" b="0" i="0" u="none" strike="noStrike" kern="1200" cap="none" spc="0" baseline="0">
              <a:solidFill>
                <a:schemeClr val="tx1"/>
              </a:solidFill>
              <a:latin typeface="Calibri" pitchFamily="0" charset="0"/>
              <a:ea typeface="等线" pitchFamily="0" charset="0"/>
              <a:cs typeface="Calibri" pitchFamily="0" charset="0"/>
            </a:endParaRPr>
          </a:p>
        </p:txBody>
      </p:sp>
      <p:sp>
        <p:nvSpPr>
          <p:cNvPr id="48" name="矩形"/>
          <p:cNvSpPr>
            <a:spLocks/>
          </p:cNvSpPr>
          <p:nvPr/>
        </p:nvSpPr>
        <p:spPr>
          <a:xfrm rot="0">
            <a:off x="7955280" y="4892040"/>
            <a:ext cx="3383280" cy="548640"/>
          </a:xfrm>
          <a:prstGeom prst="rect"/>
          <a:noFill/>
          <a:ln w="12700" cmpd="sng" cap="flat">
            <a:noFill/>
            <a:prstDash val="solid"/>
            <a:miter/>
          </a:ln>
        </p:spPr>
        <p:txBody>
          <a:bodyPr vert="horz" wrap="square" lIns="0" tIns="0" rIns="0" bIns="0" anchor="ctr" anchorCtr="0">
            <a:prstTxWarp prst="textNoShape"/>
          </a:bodyPr>
          <a:lstStyle/>
          <a:p>
            <a:pPr marL="0" indent="0" algn="l">
              <a:lnSpc>
                <a:spcPct val="100000"/>
              </a:lnSpc>
              <a:spcBef>
                <a:spcPts val="0"/>
              </a:spcBef>
              <a:spcAft>
                <a:spcPts val="0"/>
              </a:spcAft>
              <a:buNone/>
            </a:pPr>
            <a:r>
              <a:rPr lang="en-US" altLang="zh-CN" sz="1250" b="0" i="0" u="none" strike="noStrike" kern="1200" cap="none" spc="0" baseline="0">
                <a:solidFill>
                  <a:srgbClr val="E8EDF7"/>
                </a:solidFill>
                <a:latin typeface="Arial" pitchFamily="34" charset="0"/>
                <a:ea typeface="Arial" pitchFamily="34" charset="0"/>
                <a:cs typeface="Arial" pitchFamily="34" charset="0"/>
              </a:rPr>
              <a:t>Flag which region to pre-position crews in first</a:t>
            </a:r>
            <a:endParaRPr lang="zh-CN" altLang="en-US" sz="1250" b="0" i="0" u="none" strike="noStrike" kern="1200" cap="none" spc="0" baseline="0">
              <a:solidFill>
                <a:schemeClr val="tx1"/>
              </a:solidFill>
              <a:latin typeface="Calibri" pitchFamily="0" charset="0"/>
              <a:ea typeface="等线" pitchFamily="0" charset="0"/>
              <a:cs typeface="Calibri" pitchFamily="0" charset="0"/>
            </a:endParaRPr>
          </a:p>
        </p:txBody>
      </p:sp>
      <p:sp>
        <p:nvSpPr>
          <p:cNvPr id="49" name="矩形"/>
          <p:cNvSpPr>
            <a:spLocks/>
          </p:cNvSpPr>
          <p:nvPr/>
        </p:nvSpPr>
        <p:spPr>
          <a:xfrm rot="0">
            <a:off x="457200" y="6537960"/>
            <a:ext cx="7315200" cy="274319"/>
          </a:xfrm>
          <a:prstGeom prst="rect"/>
          <a:noFill/>
          <a:ln w="12700" cmpd="sng" cap="flat">
            <a:noFill/>
            <a:prstDash val="solid"/>
            <a:miter/>
          </a:ln>
        </p:spPr>
        <p:txBody>
          <a:bodyPr vert="horz" wrap="square" lIns="0" tIns="0" rIns="0" bIns="0" anchor="ctr" anchorCtr="0">
            <a:prstTxWarp prst="textNoShape"/>
          </a:bodyPr>
          <a:lstStyle/>
          <a:p>
            <a:pPr marL="0" indent="0" algn="l">
              <a:lnSpc>
                <a:spcPct val="100000"/>
              </a:lnSpc>
              <a:spcBef>
                <a:spcPts val="0"/>
              </a:spcBef>
              <a:spcAft>
                <a:spcPts val="0"/>
              </a:spcAft>
              <a:buNone/>
            </a:pPr>
            <a:r>
              <a:rPr lang="en-US" altLang="zh-CN" sz="900" b="0" i="0" u="none" strike="noStrike" kern="1200" cap="none" spc="0" baseline="0">
                <a:solidFill>
                  <a:srgbClr val="8FA0C2"/>
                </a:solidFill>
                <a:latin typeface="Arial" pitchFamily="34" charset="0"/>
                <a:ea typeface="Arial" pitchFamily="34" charset="0"/>
                <a:cs typeface="Arial" pitchFamily="34" charset="0"/>
              </a:rPr>
              <a:t>GridGuard AI  ·  IBM BoB AI Innovation Hackathon 2026</a:t>
            </a:r>
            <a:endParaRPr lang="zh-CN" altLang="en-US" sz="900" b="0" i="0" u="none" strike="noStrike" kern="1200" cap="none" spc="0" baseline="0">
              <a:solidFill>
                <a:schemeClr val="tx1"/>
              </a:solidFill>
              <a:latin typeface="Calibri" pitchFamily="0" charset="0"/>
              <a:ea typeface="等线" pitchFamily="0" charset="0"/>
              <a:cs typeface="Calibri" pitchFamily="0" charset="0"/>
            </a:endParaRPr>
          </a:p>
        </p:txBody>
      </p:sp>
      <p:sp>
        <p:nvSpPr>
          <p:cNvPr id="50" name="矩形"/>
          <p:cNvSpPr>
            <a:spLocks/>
          </p:cNvSpPr>
          <p:nvPr/>
        </p:nvSpPr>
        <p:spPr>
          <a:xfrm rot="0">
            <a:off x="11430001" y="6537960"/>
            <a:ext cx="457200" cy="274319"/>
          </a:xfrm>
          <a:prstGeom prst="rect"/>
          <a:noFill/>
          <a:ln w="12700" cmpd="sng" cap="flat">
            <a:noFill/>
            <a:prstDash val="solid"/>
            <a:miter/>
          </a:ln>
        </p:spPr>
        <p:txBody>
          <a:bodyPr vert="horz" wrap="square" lIns="0" tIns="0" rIns="0" bIns="0" anchor="ctr" anchorCtr="0">
            <a:prstTxWarp prst="textNoShape"/>
          </a:bodyPr>
          <a:lstStyle/>
          <a:p>
            <a:pPr marL="0" indent="0" algn="r">
              <a:lnSpc>
                <a:spcPct val="100000"/>
              </a:lnSpc>
              <a:spcBef>
                <a:spcPts val="0"/>
              </a:spcBef>
              <a:spcAft>
                <a:spcPts val="0"/>
              </a:spcAft>
              <a:buNone/>
            </a:pPr>
            <a:r>
              <a:rPr lang="en-US" altLang="zh-CN" sz="900" b="0" i="0" u="none" strike="noStrike" kern="1200" cap="none" spc="0" baseline="0">
                <a:solidFill>
                  <a:srgbClr val="8FA0C2"/>
                </a:solidFill>
                <a:latin typeface="Arial" pitchFamily="34" charset="0"/>
                <a:ea typeface="Arial" pitchFamily="34" charset="0"/>
                <a:cs typeface="Arial" pitchFamily="34" charset="0"/>
              </a:rPr>
              <a:t>3</a:t>
            </a:r>
            <a:endParaRPr lang="zh-CN" altLang="en-US" sz="900" b="0" i="0" u="none" strike="noStrike" kern="1200" cap="none" spc="0" baseline="0">
              <a:solidFill>
                <a:schemeClr val="tx1"/>
              </a:solidFill>
              <a:latin typeface="Calibri" pitchFamily="0" charset="0"/>
              <a:ea typeface="等线" pitchFamily="0" charset="0"/>
              <a:cs typeface="Calibri" pitchFamily="0" charset="0"/>
            </a:endParaRPr>
          </a:p>
        </p:txBody>
      </p:sp>
    </p:spTree>
    <p:extLst>
      <p:ext uri="{BB962C8B-B14F-4D97-AF65-F5344CB8AC3E}">
        <p14:creationId xmlns:p14="http://schemas.microsoft.com/office/powerpoint/2010/main" val="1376818743"/>
      </p:ext>
    </p:extLst>
  </p:cSld>
  <p:clrMapOvr>
    <a:masterClrMapping/>
  </p:clrMapOvr>
</p:sld>
</file>

<file path=ppt/slides/slide4.xml><?xml version="1.0" encoding="utf-8"?>
<p:sld xmlns:p="http://schemas.openxmlformats.org/presentationml/2006/main" xmlns:r="http://schemas.openxmlformats.org/officeDocument/2006/relationships" xmlns:a="http://schemas.openxmlformats.org/drawingml/2006/main">
  <p:cSld>
    <p:bg>
      <p:bgPr>
        <a:solidFill>
          <a:srgbClr val="0B1220"/>
        </a:solidFill>
      </p:bgPr>
    </p:bg>
    <p:spTree>
      <p:nvGrpSpPr>
        <p:cNvPr id="1" name=""/>
        <p:cNvGrpSpPr/>
        <p:nvPr/>
      </p:nvGrpSpPr>
      <p:grpSpPr>
        <a:xfrm>
          <a:off x="0" y="0"/>
          <a:ext cx="0" cy="0"/>
          <a:chOff x="0" y="0"/>
          <a:chExt cx="0" cy="0"/>
        </a:xfrm>
      </p:grpSpPr>
      <p:sp>
        <p:nvSpPr>
          <p:cNvPr id="53" name="矩形"/>
          <p:cNvSpPr>
            <a:spLocks/>
          </p:cNvSpPr>
          <p:nvPr/>
        </p:nvSpPr>
        <p:spPr>
          <a:xfrm rot="0">
            <a:off x="640080" y="457200"/>
            <a:ext cx="10789920" cy="640080"/>
          </a:xfrm>
          <a:prstGeom prst="rect"/>
          <a:noFill/>
          <a:ln w="12700" cmpd="sng" cap="flat">
            <a:noFill/>
            <a:prstDash val="solid"/>
            <a:miter/>
          </a:ln>
        </p:spPr>
        <p:txBody>
          <a:bodyPr vert="horz" wrap="square" lIns="0" tIns="0" rIns="0" bIns="0" anchor="ctr" anchorCtr="0">
            <a:prstTxWarp prst="textNoShape"/>
          </a:bodyPr>
          <a:lstStyle/>
          <a:p>
            <a:pPr marL="0" indent="0" algn="l">
              <a:lnSpc>
                <a:spcPct val="100000"/>
              </a:lnSpc>
              <a:spcBef>
                <a:spcPts val="0"/>
              </a:spcBef>
              <a:spcAft>
                <a:spcPts val="0"/>
              </a:spcAft>
              <a:buNone/>
            </a:pPr>
            <a:r>
              <a:rPr lang="en-US" altLang="zh-CN" sz="2800" b="1" i="0" u="none" strike="noStrike" kern="1200" cap="none" spc="0" baseline="0">
                <a:solidFill>
                  <a:srgbClr val="E8EDF7"/>
                </a:solidFill>
                <a:latin typeface="Arial" pitchFamily="34" charset="0"/>
                <a:ea typeface="Arial" pitchFamily="34" charset="0"/>
                <a:cs typeface="Arial" pitchFamily="34" charset="0"/>
              </a:rPr>
              <a:t>Demo &amp; Architecture</a:t>
            </a:r>
            <a:endParaRPr lang="zh-CN" altLang="en-US" sz="2800" b="0" i="0" u="none" strike="noStrike" kern="1200" cap="none" spc="0" baseline="0">
              <a:solidFill>
                <a:schemeClr val="tx1"/>
              </a:solidFill>
              <a:latin typeface="Calibri" pitchFamily="0" charset="0"/>
              <a:ea typeface="等线" pitchFamily="0" charset="0"/>
              <a:cs typeface="Calibri" pitchFamily="0" charset="0"/>
            </a:endParaRPr>
          </a:p>
        </p:txBody>
      </p:sp>
      <p:sp>
        <p:nvSpPr>
          <p:cNvPr id="54" name="矩形"/>
          <p:cNvSpPr>
            <a:spLocks/>
          </p:cNvSpPr>
          <p:nvPr/>
        </p:nvSpPr>
        <p:spPr>
          <a:xfrm rot="0">
            <a:off x="640080" y="1051560"/>
            <a:ext cx="10789920" cy="457199"/>
          </a:xfrm>
          <a:prstGeom prst="rect"/>
          <a:noFill/>
          <a:ln w="12700" cmpd="sng" cap="flat">
            <a:noFill/>
            <a:prstDash val="solid"/>
            <a:miter/>
          </a:ln>
        </p:spPr>
        <p:txBody>
          <a:bodyPr vert="horz" wrap="square" lIns="0" tIns="0" rIns="0" bIns="0" anchor="ctr" anchorCtr="0">
            <a:prstTxWarp prst="textNoShape"/>
          </a:bodyPr>
          <a:lstStyle/>
          <a:p>
            <a:pPr marL="0" indent="0" algn="l">
              <a:lnSpc>
                <a:spcPct val="100000"/>
              </a:lnSpc>
              <a:spcBef>
                <a:spcPts val="0"/>
              </a:spcBef>
              <a:spcAft>
                <a:spcPts val="0"/>
              </a:spcAft>
              <a:buNone/>
            </a:pPr>
            <a:r>
              <a:rPr lang="en-US" altLang="zh-CN" sz="1500" b="0" i="0" u="none" strike="noStrike" kern="1200" cap="none" spc="0" baseline="0">
                <a:solidFill>
                  <a:srgbClr val="8FA0C2"/>
                </a:solidFill>
                <a:latin typeface="Arial" pitchFamily="34" charset="0"/>
                <a:ea typeface="Arial" pitchFamily="34" charset="0"/>
                <a:cs typeface="Arial" pitchFamily="34" charset="0"/>
              </a:rPr>
              <a:t>A single dependency-free dashboard — ingest, score, rank, act</a:t>
            </a:r>
            <a:endParaRPr lang="zh-CN" altLang="en-US" sz="1500" b="0" i="0" u="none" strike="noStrike" kern="1200" cap="none" spc="0" baseline="0">
              <a:solidFill>
                <a:schemeClr val="tx1"/>
              </a:solidFill>
              <a:latin typeface="Calibri" pitchFamily="0" charset="0"/>
              <a:ea typeface="等线" pitchFamily="0" charset="0"/>
              <a:cs typeface="Calibri" pitchFamily="0" charset="0"/>
            </a:endParaRPr>
          </a:p>
        </p:txBody>
      </p:sp>
      <p:pic>
        <p:nvPicPr>
          <p:cNvPr id="55" name="图片" descr="/home/claude/repo/demo/screenshots/02-risk-ranking-and-chart.png"/>
          <p:cNvPicPr>
            <a:picLocks noChangeAspect="1"/>
          </p:cNvPicPr>
          <p:nvPr/>
        </p:nvPicPr>
        <p:blipFill>
          <a:blip r:embed="rId1" cstate="print"/>
          <a:stretch>
            <a:fillRect/>
          </a:stretch>
        </p:blipFill>
        <p:spPr>
          <a:xfrm rot="0">
            <a:off x="640080" y="1691639"/>
            <a:ext cx="6766559" cy="4343400"/>
          </a:xfrm>
          <a:prstGeom prst="rect"/>
          <a:noFill/>
          <a:ln w="12700" cmpd="sng" cap="flat">
            <a:noFill/>
            <a:prstDash val="solid"/>
            <a:miter/>
          </a:ln>
        </p:spPr>
      </p:pic>
      <p:sp>
        <p:nvSpPr>
          <p:cNvPr id="56" name="圆角矩形"/>
          <p:cNvSpPr>
            <a:spLocks/>
          </p:cNvSpPr>
          <p:nvPr/>
        </p:nvSpPr>
        <p:spPr>
          <a:xfrm rot="0">
            <a:off x="7635240" y="1691639"/>
            <a:ext cx="3840480" cy="4343400"/>
          </a:xfrm>
          <a:prstGeom prst="roundRect">
            <a:avLst>
              <a:gd name="adj" fmla="val 1430"/>
            </a:avLst>
          </a:prstGeom>
          <a:solidFill>
            <a:srgbClr val="121B2E"/>
          </a:solidFill>
          <a:ln w="12700" cmpd="sng" cap="flat">
            <a:solidFill>
              <a:srgbClr val="25314F"/>
            </a:solidFill>
            <a:prstDash val="solid"/>
            <a:round/>
          </a:ln>
        </p:spPr>
      </p:sp>
      <p:sp>
        <p:nvSpPr>
          <p:cNvPr id="57" name="矩形"/>
          <p:cNvSpPr>
            <a:spLocks/>
          </p:cNvSpPr>
          <p:nvPr/>
        </p:nvSpPr>
        <p:spPr>
          <a:xfrm rot="0">
            <a:off x="7863840" y="1874520"/>
            <a:ext cx="3383279" cy="365760"/>
          </a:xfrm>
          <a:prstGeom prst="rect"/>
          <a:noFill/>
          <a:ln w="12700" cmpd="sng" cap="flat">
            <a:noFill/>
            <a:prstDash val="solid"/>
            <a:miter/>
          </a:ln>
        </p:spPr>
        <p:txBody>
          <a:bodyPr vert="horz" wrap="square" lIns="0" tIns="0" rIns="0" bIns="0" anchor="ctr" anchorCtr="0">
            <a:prstTxWarp prst="textNoShape"/>
          </a:bodyPr>
          <a:lstStyle/>
          <a:p>
            <a:pPr marL="0" indent="0" algn="l">
              <a:lnSpc>
                <a:spcPct val="100000"/>
              </a:lnSpc>
              <a:spcBef>
                <a:spcPts val="0"/>
              </a:spcBef>
              <a:spcAft>
                <a:spcPts val="0"/>
              </a:spcAft>
              <a:buNone/>
            </a:pPr>
            <a:r>
              <a:rPr lang="en-US" altLang="zh-CN" sz="1400" b="1" i="0" u="none" strike="noStrike" kern="1200" cap="none" spc="0" baseline="0">
                <a:solidFill>
                  <a:srgbClr val="4FD1C5"/>
                </a:solidFill>
                <a:latin typeface="Arial" pitchFamily="34" charset="0"/>
                <a:ea typeface="Arial" pitchFamily="34" charset="0"/>
                <a:cs typeface="Arial" pitchFamily="34" charset="0"/>
              </a:rPr>
              <a:t>Data flow</a:t>
            </a:r>
            <a:endParaRPr lang="zh-CN" altLang="en-US" sz="1400" b="0" i="0" u="none" strike="noStrike" kern="1200" cap="none" spc="0" baseline="0">
              <a:solidFill>
                <a:schemeClr val="tx1"/>
              </a:solidFill>
              <a:latin typeface="Calibri" pitchFamily="0" charset="0"/>
              <a:ea typeface="等线" pitchFamily="0" charset="0"/>
              <a:cs typeface="Calibri" pitchFamily="0" charset="0"/>
            </a:endParaRPr>
          </a:p>
        </p:txBody>
      </p:sp>
      <p:sp>
        <p:nvSpPr>
          <p:cNvPr id="58" name="矩形"/>
          <p:cNvSpPr>
            <a:spLocks/>
          </p:cNvSpPr>
          <p:nvPr/>
        </p:nvSpPr>
        <p:spPr>
          <a:xfrm rot="0">
            <a:off x="7863840" y="2331720"/>
            <a:ext cx="3383279" cy="3474720"/>
          </a:xfrm>
          <a:prstGeom prst="rect"/>
          <a:noFill/>
          <a:ln w="12700" cmpd="sng" cap="flat">
            <a:noFill/>
            <a:prstDash val="solid"/>
            <a:miter/>
          </a:ln>
        </p:spPr>
        <p:txBody>
          <a:bodyPr vert="horz" wrap="square" lIns="0" tIns="0" rIns="0" bIns="0" anchor="ctr" anchorCtr="0">
            <a:prstTxWarp prst="textNoShape"/>
          </a:bodyPr>
          <a:lstStyle/>
          <a:p>
            <a:pPr marL="0" indent="0" algn="l">
              <a:lnSpc>
                <a:spcPct val="100000"/>
              </a:lnSpc>
              <a:spcBef>
                <a:spcPts val="0"/>
              </a:spcBef>
              <a:spcAft>
                <a:spcPts val="300"/>
              </a:spcAft>
              <a:buNone/>
            </a:pPr>
            <a:r>
              <a:rPr lang="en-US" altLang="zh-CN" sz="1150" b="1" i="0" u="none" strike="noStrike" kern="1200" cap="none" spc="0" baseline="0">
                <a:solidFill>
                  <a:srgbClr val="E8EDF7"/>
                </a:solidFill>
                <a:latin typeface="Arial" pitchFamily="34" charset="0"/>
                <a:ea typeface="Arial" pitchFamily="34" charset="0"/>
                <a:cs typeface="Arial" pitchFamily="34" charset="0"/>
              </a:rPr>
              <a:t>Synthetic asset dataset</a:t>
            </a:r>
            <a:endParaRPr lang="en-US" altLang="zh-CN" sz="1150" b="0" i="0" u="none" strike="noStrike" kern="1200" cap="none" spc="0" baseline="0">
              <a:solidFill>
                <a:schemeClr val="tx1"/>
              </a:solidFill>
              <a:latin typeface="Calibri" pitchFamily="0" charset="0"/>
              <a:ea typeface="等线" pitchFamily="0" charset="0"/>
              <a:cs typeface="Calibri" pitchFamily="0" charset="0"/>
            </a:endParaRPr>
          </a:p>
          <a:p>
            <a:pPr marL="0" indent="0" algn="l">
              <a:lnSpc>
                <a:spcPct val="100000"/>
              </a:lnSpc>
              <a:spcBef>
                <a:spcPts val="0"/>
              </a:spcBef>
              <a:spcAft>
                <a:spcPts val="300"/>
              </a:spcAft>
              <a:buNone/>
            </a:pPr>
            <a:r>
              <a:rPr lang="en-US" altLang="zh-CN" sz="1150" b="0" i="0" u="none" strike="noStrike" kern="1200" cap="none" spc="0" baseline="0">
                <a:solidFill>
                  <a:srgbClr val="E8EDF7"/>
                </a:solidFill>
                <a:latin typeface="Arial" pitchFamily="34" charset="0"/>
                <a:ea typeface="Arial" pitchFamily="34" charset="0"/>
                <a:cs typeface="Arial" pitchFamily="34" charset="0"/>
              </a:rPr>
              <a:t>(sensors, age, maintenance, weather)</a:t>
            </a:r>
            <a:endParaRPr lang="en-US" altLang="zh-CN" sz="1150" b="0" i="0" u="none" strike="noStrike" kern="1200" cap="none" spc="0" baseline="0">
              <a:solidFill>
                <a:schemeClr val="tx1"/>
              </a:solidFill>
              <a:latin typeface="Calibri" pitchFamily="0" charset="0"/>
              <a:ea typeface="等线" pitchFamily="0" charset="0"/>
              <a:cs typeface="Calibri" pitchFamily="0" charset="0"/>
            </a:endParaRPr>
          </a:p>
          <a:p>
            <a:pPr marL="0" indent="0" algn="ctr">
              <a:lnSpc>
                <a:spcPct val="100000"/>
              </a:lnSpc>
              <a:spcBef>
                <a:spcPts val="0"/>
              </a:spcBef>
              <a:spcAft>
                <a:spcPts val="300"/>
              </a:spcAft>
              <a:buNone/>
            </a:pPr>
            <a:r>
              <a:rPr lang="en-US" altLang="zh-CN" sz="1150" b="0" i="0" u="none" strike="noStrike" kern="1200" cap="none" spc="0" baseline="0">
                <a:solidFill>
                  <a:srgbClr val="8FA0C2"/>
                </a:solidFill>
                <a:latin typeface="Arial" pitchFamily="34" charset="0"/>
                <a:ea typeface="Arial" pitchFamily="34" charset="0"/>
                <a:cs typeface="Arial" pitchFamily="34" charset="0"/>
              </a:rPr>
              <a:t>↓</a:t>
            </a:r>
            <a:endParaRPr lang="en-US" altLang="zh-CN" sz="1150" b="0" i="0" u="none" strike="noStrike" kern="1200" cap="none" spc="0" baseline="0">
              <a:solidFill>
                <a:schemeClr val="tx1"/>
              </a:solidFill>
              <a:latin typeface="Calibri" pitchFamily="0" charset="0"/>
              <a:ea typeface="等线" pitchFamily="0" charset="0"/>
              <a:cs typeface="Calibri" pitchFamily="0" charset="0"/>
            </a:endParaRPr>
          </a:p>
          <a:p>
            <a:pPr marL="0" indent="0" algn="l">
              <a:lnSpc>
                <a:spcPct val="100000"/>
              </a:lnSpc>
              <a:spcBef>
                <a:spcPts val="0"/>
              </a:spcBef>
              <a:spcAft>
                <a:spcPts val="300"/>
              </a:spcAft>
              <a:buNone/>
            </a:pPr>
            <a:r>
              <a:rPr lang="en-US" altLang="zh-CN" sz="1150" b="1" i="0" u="none" strike="noStrike" kern="1200" cap="none" spc="0" baseline="0">
                <a:solidFill>
                  <a:srgbClr val="E8EDF7"/>
                </a:solidFill>
                <a:latin typeface="Arial" pitchFamily="34" charset="0"/>
                <a:ea typeface="Arial" pitchFamily="34" charset="0"/>
                <a:cs typeface="Arial" pitchFamily="34" charset="0"/>
              </a:rPr>
              <a:t>Risk Scoring Engine</a:t>
            </a:r>
            <a:endParaRPr lang="en-US" altLang="zh-CN" sz="1150" b="0" i="0" u="none" strike="noStrike" kern="1200" cap="none" spc="0" baseline="0">
              <a:solidFill>
                <a:schemeClr val="tx1"/>
              </a:solidFill>
              <a:latin typeface="Calibri" pitchFamily="0" charset="0"/>
              <a:ea typeface="等线" pitchFamily="0" charset="0"/>
              <a:cs typeface="Calibri" pitchFamily="0" charset="0"/>
            </a:endParaRPr>
          </a:p>
          <a:p>
            <a:pPr marL="0" indent="0" algn="l">
              <a:lnSpc>
                <a:spcPct val="100000"/>
              </a:lnSpc>
              <a:spcBef>
                <a:spcPts val="0"/>
              </a:spcBef>
              <a:spcAft>
                <a:spcPts val="300"/>
              </a:spcAft>
              <a:buNone/>
            </a:pPr>
            <a:r>
              <a:rPr lang="en-US" altLang="zh-CN" sz="1150" b="0" i="0" u="none" strike="noStrike" kern="1200" cap="none" spc="0" baseline="0">
                <a:solidFill>
                  <a:srgbClr val="E8EDF7"/>
                </a:solidFill>
                <a:latin typeface="Arial" pitchFamily="34" charset="0"/>
                <a:ea typeface="Arial" pitchFamily="34" charset="0"/>
                <a:cs typeface="Arial" pitchFamily="34" charset="0"/>
              </a:rPr>
              <a:t>(weighted multi-factor model)</a:t>
            </a:r>
            <a:endParaRPr lang="en-US" altLang="zh-CN" sz="1150" b="0" i="0" u="none" strike="noStrike" kern="1200" cap="none" spc="0" baseline="0">
              <a:solidFill>
                <a:schemeClr val="tx1"/>
              </a:solidFill>
              <a:latin typeface="Calibri" pitchFamily="0" charset="0"/>
              <a:ea typeface="等线" pitchFamily="0" charset="0"/>
              <a:cs typeface="Calibri" pitchFamily="0" charset="0"/>
            </a:endParaRPr>
          </a:p>
          <a:p>
            <a:pPr marL="0" indent="0" algn="ctr">
              <a:lnSpc>
                <a:spcPct val="100000"/>
              </a:lnSpc>
              <a:spcBef>
                <a:spcPts val="0"/>
              </a:spcBef>
              <a:spcAft>
                <a:spcPts val="300"/>
              </a:spcAft>
              <a:buNone/>
            </a:pPr>
            <a:r>
              <a:rPr lang="en-US" altLang="zh-CN" sz="1150" b="0" i="0" u="none" strike="noStrike" kern="1200" cap="none" spc="0" baseline="0">
                <a:solidFill>
                  <a:srgbClr val="8FA0C2"/>
                </a:solidFill>
                <a:latin typeface="Arial" pitchFamily="34" charset="0"/>
                <a:ea typeface="Arial" pitchFamily="34" charset="0"/>
                <a:cs typeface="Arial" pitchFamily="34" charset="0"/>
              </a:rPr>
              <a:t>↓</a:t>
            </a:r>
            <a:endParaRPr lang="en-US" altLang="zh-CN" sz="1150" b="0" i="0" u="none" strike="noStrike" kern="1200" cap="none" spc="0" baseline="0">
              <a:solidFill>
                <a:schemeClr val="tx1"/>
              </a:solidFill>
              <a:latin typeface="Calibri" pitchFamily="0" charset="0"/>
              <a:ea typeface="等线" pitchFamily="0" charset="0"/>
              <a:cs typeface="Calibri" pitchFamily="0" charset="0"/>
            </a:endParaRPr>
          </a:p>
          <a:p>
            <a:pPr marL="0" indent="0" algn="l">
              <a:lnSpc>
                <a:spcPct val="100000"/>
              </a:lnSpc>
              <a:spcBef>
                <a:spcPts val="0"/>
              </a:spcBef>
              <a:spcAft>
                <a:spcPts val="300"/>
              </a:spcAft>
              <a:buNone/>
            </a:pPr>
            <a:r>
              <a:rPr lang="en-US" altLang="zh-CN" sz="1150" b="1" i="0" u="none" strike="noStrike" kern="1200" cap="none" spc="0" baseline="0">
                <a:solidFill>
                  <a:srgbClr val="E8EDF7"/>
                </a:solidFill>
                <a:latin typeface="Arial" pitchFamily="34" charset="0"/>
                <a:ea typeface="Arial" pitchFamily="34" charset="0"/>
                <a:cs typeface="Arial" pitchFamily="34" charset="0"/>
              </a:rPr>
              <a:t>Ranked Table  +  Top-8 Chart</a:t>
            </a:r>
            <a:endParaRPr lang="en-US" altLang="zh-CN" sz="1150" b="0" i="0" u="none" strike="noStrike" kern="1200" cap="none" spc="0" baseline="0">
              <a:solidFill>
                <a:schemeClr val="tx1"/>
              </a:solidFill>
              <a:latin typeface="Calibri" pitchFamily="0" charset="0"/>
              <a:ea typeface="等线" pitchFamily="0" charset="0"/>
              <a:cs typeface="Calibri" pitchFamily="0" charset="0"/>
            </a:endParaRPr>
          </a:p>
          <a:p>
            <a:pPr marL="0" indent="0" algn="ctr">
              <a:lnSpc>
                <a:spcPct val="100000"/>
              </a:lnSpc>
              <a:spcBef>
                <a:spcPts val="0"/>
              </a:spcBef>
              <a:spcAft>
                <a:spcPts val="300"/>
              </a:spcAft>
              <a:buNone/>
            </a:pPr>
            <a:r>
              <a:rPr lang="en-US" altLang="zh-CN" sz="1150" b="0" i="0" u="none" strike="noStrike" kern="1200" cap="none" spc="0" baseline="0">
                <a:solidFill>
                  <a:srgbClr val="8FA0C2"/>
                </a:solidFill>
                <a:latin typeface="Arial" pitchFamily="34" charset="0"/>
                <a:ea typeface="Arial" pitchFamily="34" charset="0"/>
                <a:cs typeface="Arial" pitchFamily="34" charset="0"/>
              </a:rPr>
              <a:t>↓</a:t>
            </a:r>
            <a:endParaRPr lang="en-US" altLang="zh-CN" sz="1150" b="0" i="0" u="none" strike="noStrike" kern="1200" cap="none" spc="0" baseline="0">
              <a:solidFill>
                <a:schemeClr val="tx1"/>
              </a:solidFill>
              <a:latin typeface="Calibri" pitchFamily="0" charset="0"/>
              <a:ea typeface="等线" pitchFamily="0" charset="0"/>
              <a:cs typeface="Calibri" pitchFamily="0" charset="0"/>
            </a:endParaRPr>
          </a:p>
          <a:p>
            <a:pPr marL="0" indent="0" algn="l">
              <a:lnSpc>
                <a:spcPct val="100000"/>
              </a:lnSpc>
              <a:spcBef>
                <a:spcPts val="0"/>
              </a:spcBef>
              <a:spcAft>
                <a:spcPts val="300"/>
              </a:spcAft>
              <a:buNone/>
            </a:pPr>
            <a:r>
              <a:rPr lang="en-US" altLang="zh-CN" sz="1150" b="1" i="0" u="none" strike="noStrike" kern="1200" cap="none" spc="0" baseline="0">
                <a:solidFill>
                  <a:srgbClr val="E8EDF7"/>
                </a:solidFill>
                <a:latin typeface="Arial" pitchFamily="34" charset="0"/>
                <a:ea typeface="Arial" pitchFamily="34" charset="0"/>
                <a:cs typeface="Arial" pitchFamily="34" charset="0"/>
              </a:rPr>
              <a:t>Maintenance &amp; Crew Plan Generator</a:t>
            </a:r>
            <a:endParaRPr lang="en-US" altLang="zh-CN" sz="1150" b="0" i="0" u="none" strike="noStrike" kern="1200" cap="none" spc="0" baseline="0">
              <a:solidFill>
                <a:schemeClr val="tx1"/>
              </a:solidFill>
              <a:latin typeface="Calibri" pitchFamily="0" charset="0"/>
              <a:ea typeface="等线" pitchFamily="0" charset="0"/>
              <a:cs typeface="Calibri" pitchFamily="0" charset="0"/>
            </a:endParaRPr>
          </a:p>
          <a:p>
            <a:pPr marL="0" indent="0" algn="l">
              <a:lnSpc>
                <a:spcPct val="100000"/>
              </a:lnSpc>
              <a:spcBef>
                <a:spcPts val="0"/>
              </a:spcBef>
              <a:spcAft>
                <a:spcPts val="300"/>
              </a:spcAft>
              <a:buNone/>
            </a:pPr>
            <a:r>
              <a:rPr lang="en-US" altLang="zh-CN" sz="1150" b="0" i="0" u="none" strike="noStrike" kern="1200" cap="none" spc="0" baseline="0">
                <a:solidFill>
                  <a:srgbClr val="E8EDF7"/>
                </a:solidFill>
                <a:latin typeface="Arial" pitchFamily="34" charset="0"/>
                <a:ea typeface="Arial" pitchFamily="34" charset="0"/>
                <a:cs typeface="Arial" pitchFamily="34" charset="0"/>
              </a:rPr>
              <a:t>(risk x grid-impact re-rank)</a:t>
            </a:r>
            <a:endParaRPr lang="zh-CN" altLang="en-US" sz="1150" b="0" i="0" u="none" strike="noStrike" kern="1200" cap="none" spc="0" baseline="0">
              <a:solidFill>
                <a:schemeClr val="tx1"/>
              </a:solidFill>
              <a:latin typeface="Calibri" pitchFamily="0" charset="0"/>
              <a:ea typeface="等线" pitchFamily="0" charset="0"/>
              <a:cs typeface="Calibri" pitchFamily="0" charset="0"/>
            </a:endParaRPr>
          </a:p>
        </p:txBody>
      </p:sp>
      <p:sp>
        <p:nvSpPr>
          <p:cNvPr id="59" name="矩形"/>
          <p:cNvSpPr>
            <a:spLocks/>
          </p:cNvSpPr>
          <p:nvPr/>
        </p:nvSpPr>
        <p:spPr>
          <a:xfrm rot="0">
            <a:off x="457200" y="6537960"/>
            <a:ext cx="7315200" cy="274319"/>
          </a:xfrm>
          <a:prstGeom prst="rect"/>
          <a:noFill/>
          <a:ln w="12700" cmpd="sng" cap="flat">
            <a:noFill/>
            <a:prstDash val="solid"/>
            <a:miter/>
          </a:ln>
        </p:spPr>
        <p:txBody>
          <a:bodyPr vert="horz" wrap="square" lIns="0" tIns="0" rIns="0" bIns="0" anchor="ctr" anchorCtr="0">
            <a:prstTxWarp prst="textNoShape"/>
          </a:bodyPr>
          <a:lstStyle/>
          <a:p>
            <a:pPr marL="0" indent="0" algn="l">
              <a:lnSpc>
                <a:spcPct val="100000"/>
              </a:lnSpc>
              <a:spcBef>
                <a:spcPts val="0"/>
              </a:spcBef>
              <a:spcAft>
                <a:spcPts val="0"/>
              </a:spcAft>
              <a:buNone/>
            </a:pPr>
            <a:r>
              <a:rPr lang="en-US" altLang="zh-CN" sz="900" b="0" i="0" u="none" strike="noStrike" kern="1200" cap="none" spc="0" baseline="0">
                <a:solidFill>
                  <a:srgbClr val="8FA0C2"/>
                </a:solidFill>
                <a:latin typeface="Arial" pitchFamily="34" charset="0"/>
                <a:ea typeface="Arial" pitchFamily="34" charset="0"/>
                <a:cs typeface="Arial" pitchFamily="34" charset="0"/>
              </a:rPr>
              <a:t>GridGuard AI  ·  IBM BoB AI Innovation Hackathon 2026</a:t>
            </a:r>
            <a:endParaRPr lang="zh-CN" altLang="en-US" sz="900" b="0" i="0" u="none" strike="noStrike" kern="1200" cap="none" spc="0" baseline="0">
              <a:solidFill>
                <a:schemeClr val="tx1"/>
              </a:solidFill>
              <a:latin typeface="Calibri" pitchFamily="0" charset="0"/>
              <a:ea typeface="等线" pitchFamily="0" charset="0"/>
              <a:cs typeface="Calibri" pitchFamily="0" charset="0"/>
            </a:endParaRPr>
          </a:p>
        </p:txBody>
      </p:sp>
      <p:sp>
        <p:nvSpPr>
          <p:cNvPr id="60" name="矩形"/>
          <p:cNvSpPr>
            <a:spLocks/>
          </p:cNvSpPr>
          <p:nvPr/>
        </p:nvSpPr>
        <p:spPr>
          <a:xfrm rot="0">
            <a:off x="11430001" y="6537960"/>
            <a:ext cx="457200" cy="274319"/>
          </a:xfrm>
          <a:prstGeom prst="rect"/>
          <a:noFill/>
          <a:ln w="12700" cmpd="sng" cap="flat">
            <a:noFill/>
            <a:prstDash val="solid"/>
            <a:miter/>
          </a:ln>
        </p:spPr>
        <p:txBody>
          <a:bodyPr vert="horz" wrap="square" lIns="0" tIns="0" rIns="0" bIns="0" anchor="ctr" anchorCtr="0">
            <a:prstTxWarp prst="textNoShape"/>
          </a:bodyPr>
          <a:lstStyle/>
          <a:p>
            <a:pPr marL="0" indent="0" algn="r">
              <a:lnSpc>
                <a:spcPct val="100000"/>
              </a:lnSpc>
              <a:spcBef>
                <a:spcPts val="0"/>
              </a:spcBef>
              <a:spcAft>
                <a:spcPts val="0"/>
              </a:spcAft>
              <a:buNone/>
            </a:pPr>
            <a:r>
              <a:rPr lang="en-US" altLang="zh-CN" sz="900" b="0" i="0" u="none" strike="noStrike" kern="1200" cap="none" spc="0" baseline="0">
                <a:solidFill>
                  <a:srgbClr val="8FA0C2"/>
                </a:solidFill>
                <a:latin typeface="Arial" pitchFamily="34" charset="0"/>
                <a:ea typeface="Arial" pitchFamily="34" charset="0"/>
                <a:cs typeface="Arial" pitchFamily="34" charset="0"/>
              </a:rPr>
              <a:t>4</a:t>
            </a:r>
            <a:endParaRPr lang="zh-CN" altLang="en-US" sz="900" b="0" i="0" u="none" strike="noStrike" kern="1200" cap="none" spc="0" baseline="0">
              <a:solidFill>
                <a:schemeClr val="tx1"/>
              </a:solidFill>
              <a:latin typeface="Calibri" pitchFamily="0" charset="0"/>
              <a:ea typeface="等线" pitchFamily="0" charset="0"/>
              <a:cs typeface="Calibri" pitchFamily="0" charset="0"/>
            </a:endParaRPr>
          </a:p>
        </p:txBody>
      </p:sp>
    </p:spTree>
    <p:extLst>
      <p:ext uri="{BB962C8B-B14F-4D97-AF65-F5344CB8AC3E}">
        <p14:creationId xmlns:p14="http://schemas.microsoft.com/office/powerpoint/2010/main" val="2097566617"/>
      </p:ext>
    </p:extLst>
  </p:cSld>
  <p:clrMapOvr>
    <a:masterClrMapping/>
  </p:clrMapOvr>
</p:sld>
</file>

<file path=ppt/slides/slide5.xml><?xml version="1.0" encoding="utf-8"?>
<p:sld xmlns:p="http://schemas.openxmlformats.org/presentationml/2006/main" xmlns:r="http://schemas.openxmlformats.org/officeDocument/2006/relationships" xmlns:a="http://schemas.openxmlformats.org/drawingml/2006/main">
  <p:cSld>
    <p:bg>
      <p:bgPr>
        <a:solidFill>
          <a:srgbClr val="0B1220"/>
        </a:solidFill>
      </p:bgPr>
    </p:bg>
    <p:spTree>
      <p:nvGrpSpPr>
        <p:cNvPr id="1" name=""/>
        <p:cNvGrpSpPr/>
        <p:nvPr/>
      </p:nvGrpSpPr>
      <p:grpSpPr>
        <a:xfrm>
          <a:off x="0" y="0"/>
          <a:ext cx="0" cy="0"/>
          <a:chOff x="0" y="0"/>
          <a:chExt cx="0" cy="0"/>
        </a:xfrm>
      </p:grpSpPr>
      <p:sp>
        <p:nvSpPr>
          <p:cNvPr id="63" name="矩形"/>
          <p:cNvSpPr>
            <a:spLocks/>
          </p:cNvSpPr>
          <p:nvPr/>
        </p:nvSpPr>
        <p:spPr>
          <a:xfrm rot="0">
            <a:off x="640080" y="457200"/>
            <a:ext cx="10789920" cy="640080"/>
          </a:xfrm>
          <a:prstGeom prst="rect"/>
          <a:noFill/>
          <a:ln w="12700" cmpd="sng" cap="flat">
            <a:noFill/>
            <a:prstDash val="solid"/>
            <a:miter/>
          </a:ln>
        </p:spPr>
        <p:txBody>
          <a:bodyPr vert="horz" wrap="square" lIns="0" tIns="0" rIns="0" bIns="0" anchor="ctr" anchorCtr="0">
            <a:prstTxWarp prst="textNoShape"/>
          </a:bodyPr>
          <a:lstStyle/>
          <a:p>
            <a:pPr marL="0" indent="0" algn="l">
              <a:lnSpc>
                <a:spcPct val="100000"/>
              </a:lnSpc>
              <a:spcBef>
                <a:spcPts val="0"/>
              </a:spcBef>
              <a:spcAft>
                <a:spcPts val="0"/>
              </a:spcAft>
              <a:buNone/>
            </a:pPr>
            <a:r>
              <a:rPr lang="en-US" altLang="zh-CN" sz="2800" b="1" i="0" u="none" strike="noStrike" kern="1200" cap="none" spc="0" baseline="0">
                <a:solidFill>
                  <a:srgbClr val="E8EDF7"/>
                </a:solidFill>
                <a:latin typeface="Arial" pitchFamily="34" charset="0"/>
                <a:ea typeface="Arial" pitchFamily="34" charset="0"/>
                <a:cs typeface="Arial" pitchFamily="34" charset="0"/>
              </a:rPr>
              <a:t>IBM Bob Integration</a:t>
            </a:r>
            <a:endParaRPr lang="zh-CN" altLang="en-US" sz="2800" b="0" i="0" u="none" strike="noStrike" kern="1200" cap="none" spc="0" baseline="0">
              <a:solidFill>
                <a:schemeClr val="tx1"/>
              </a:solidFill>
              <a:latin typeface="Calibri" pitchFamily="0" charset="0"/>
              <a:ea typeface="等线" pitchFamily="0" charset="0"/>
              <a:cs typeface="Calibri" pitchFamily="0" charset="0"/>
            </a:endParaRPr>
          </a:p>
        </p:txBody>
      </p:sp>
      <p:sp>
        <p:nvSpPr>
          <p:cNvPr id="64" name="矩形"/>
          <p:cNvSpPr>
            <a:spLocks/>
          </p:cNvSpPr>
          <p:nvPr/>
        </p:nvSpPr>
        <p:spPr>
          <a:xfrm rot="0">
            <a:off x="640080" y="1051560"/>
            <a:ext cx="10789920" cy="457199"/>
          </a:xfrm>
          <a:prstGeom prst="rect"/>
          <a:noFill/>
          <a:ln w="12700" cmpd="sng" cap="flat">
            <a:noFill/>
            <a:prstDash val="solid"/>
            <a:miter/>
          </a:ln>
        </p:spPr>
        <p:txBody>
          <a:bodyPr vert="horz" wrap="square" lIns="0" tIns="0" rIns="0" bIns="0" anchor="ctr" anchorCtr="0">
            <a:prstTxWarp prst="textNoShape"/>
          </a:bodyPr>
          <a:lstStyle/>
          <a:p>
            <a:pPr marL="0" indent="0" algn="l">
              <a:lnSpc>
                <a:spcPct val="100000"/>
              </a:lnSpc>
              <a:spcBef>
                <a:spcPts val="0"/>
              </a:spcBef>
              <a:spcAft>
                <a:spcPts val="0"/>
              </a:spcAft>
              <a:buNone/>
            </a:pPr>
            <a:r>
              <a:rPr lang="en-US" altLang="zh-CN" sz="1500" b="0" i="0" u="none" strike="noStrike" kern="1200" cap="none" spc="0" baseline="0">
                <a:solidFill>
                  <a:srgbClr val="8FA0C2"/>
                </a:solidFill>
                <a:latin typeface="Arial" pitchFamily="34" charset="0"/>
                <a:ea typeface="Arial" pitchFamily="34" charset="0"/>
                <a:cs typeface="Arial" pitchFamily="34" charset="0"/>
              </a:rPr>
              <a:t>Bob was part of the build process, not a name-drop</a:t>
            </a:r>
            <a:endParaRPr lang="zh-CN" altLang="en-US" sz="1500" b="0" i="0" u="none" strike="noStrike" kern="1200" cap="none" spc="0" baseline="0">
              <a:solidFill>
                <a:schemeClr val="tx1"/>
              </a:solidFill>
              <a:latin typeface="Calibri" pitchFamily="0" charset="0"/>
              <a:ea typeface="等线" pitchFamily="0" charset="0"/>
              <a:cs typeface="Calibri" pitchFamily="0" charset="0"/>
            </a:endParaRPr>
          </a:p>
        </p:txBody>
      </p:sp>
      <p:sp>
        <p:nvSpPr>
          <p:cNvPr id="65" name="圆角矩形"/>
          <p:cNvSpPr>
            <a:spLocks/>
          </p:cNvSpPr>
          <p:nvPr/>
        </p:nvSpPr>
        <p:spPr>
          <a:xfrm rot="0">
            <a:off x="640080" y="1920240"/>
            <a:ext cx="10789920" cy="1234440"/>
          </a:xfrm>
          <a:prstGeom prst="roundRect">
            <a:avLst>
              <a:gd name="adj" fmla="val 4444"/>
            </a:avLst>
          </a:prstGeom>
          <a:solidFill>
            <a:srgbClr val="121B2E"/>
          </a:solidFill>
          <a:ln w="12700" cmpd="sng" cap="flat">
            <a:solidFill>
              <a:srgbClr val="25314F"/>
            </a:solidFill>
            <a:prstDash val="solid"/>
            <a:round/>
          </a:ln>
        </p:spPr>
      </p:sp>
      <p:sp>
        <p:nvSpPr>
          <p:cNvPr id="66" name="矩形"/>
          <p:cNvSpPr>
            <a:spLocks/>
          </p:cNvSpPr>
          <p:nvPr/>
        </p:nvSpPr>
        <p:spPr>
          <a:xfrm rot="0">
            <a:off x="914400" y="2066544"/>
            <a:ext cx="10241281" cy="365760"/>
          </a:xfrm>
          <a:prstGeom prst="rect"/>
          <a:noFill/>
          <a:ln w="12700" cmpd="sng" cap="flat">
            <a:noFill/>
            <a:prstDash val="solid"/>
            <a:miter/>
          </a:ln>
        </p:spPr>
        <p:txBody>
          <a:bodyPr vert="horz" wrap="square" lIns="0" tIns="0" rIns="0" bIns="0" anchor="ctr" anchorCtr="0">
            <a:prstTxWarp prst="textNoShape"/>
          </a:bodyPr>
          <a:lstStyle/>
          <a:p>
            <a:pPr marL="0" indent="0" algn="l">
              <a:lnSpc>
                <a:spcPct val="100000"/>
              </a:lnSpc>
              <a:spcBef>
                <a:spcPts val="0"/>
              </a:spcBef>
              <a:spcAft>
                <a:spcPts val="0"/>
              </a:spcAft>
              <a:buNone/>
            </a:pPr>
            <a:r>
              <a:rPr lang="en-US" altLang="zh-CN" sz="1500" b="1" i="0" u="none" strike="noStrike" kern="1200" cap="none" spc="0" baseline="0">
                <a:solidFill>
                  <a:srgbClr val="5B8CFF"/>
                </a:solidFill>
                <a:latin typeface="Arial" pitchFamily="34" charset="0"/>
                <a:ea typeface="Arial" pitchFamily="34" charset="0"/>
                <a:cs typeface="Arial" pitchFamily="34" charset="0"/>
              </a:rPr>
              <a:t>Scaffolding</a:t>
            </a:r>
            <a:endParaRPr lang="zh-CN" altLang="en-US" sz="1500" b="0" i="0" u="none" strike="noStrike" kern="1200" cap="none" spc="0" baseline="0">
              <a:solidFill>
                <a:schemeClr val="tx1"/>
              </a:solidFill>
              <a:latin typeface="Calibri" pitchFamily="0" charset="0"/>
              <a:ea typeface="等线" pitchFamily="0" charset="0"/>
              <a:cs typeface="Calibri" pitchFamily="0" charset="0"/>
            </a:endParaRPr>
          </a:p>
        </p:txBody>
      </p:sp>
      <p:sp>
        <p:nvSpPr>
          <p:cNvPr id="67" name="矩形"/>
          <p:cNvSpPr>
            <a:spLocks/>
          </p:cNvSpPr>
          <p:nvPr/>
        </p:nvSpPr>
        <p:spPr>
          <a:xfrm rot="0">
            <a:off x="914400" y="2450591"/>
            <a:ext cx="10241281" cy="594359"/>
          </a:xfrm>
          <a:prstGeom prst="rect"/>
          <a:noFill/>
          <a:ln w="12700" cmpd="sng" cap="flat">
            <a:noFill/>
            <a:prstDash val="solid"/>
            <a:miter/>
          </a:ln>
        </p:spPr>
        <p:txBody>
          <a:bodyPr vert="horz" wrap="square" lIns="0" tIns="0" rIns="0" bIns="0" anchor="ctr" anchorCtr="0">
            <a:prstTxWarp prst="textNoShape"/>
          </a:bodyPr>
          <a:lstStyle/>
          <a:p>
            <a:pPr marL="0" indent="0" algn="l">
              <a:lnSpc>
                <a:spcPct val="100000"/>
              </a:lnSpc>
              <a:spcBef>
                <a:spcPts val="0"/>
              </a:spcBef>
              <a:spcAft>
                <a:spcPts val="0"/>
              </a:spcAft>
              <a:buNone/>
            </a:pPr>
            <a:r>
              <a:rPr lang="en-US" altLang="zh-CN" sz="1300" b="0" i="0" u="none" strike="noStrike" kern="1200" cap="none" spc="0" baseline="0">
                <a:solidFill>
                  <a:srgbClr val="E8EDF7"/>
                </a:solidFill>
                <a:latin typeface="Arial" pitchFamily="34" charset="0"/>
                <a:ea typeface="Arial" pitchFamily="34" charset="0"/>
                <a:cs typeface="Arial" pitchFamily="34" charset="0"/>
              </a:rPr>
              <a:t>Generated the initial structure of the risk-scoring engine from a plain-English description of the 7 weighted factors.</a:t>
            </a:r>
            <a:endParaRPr lang="zh-CN" altLang="en-US" sz="1300" b="0" i="0" u="none" strike="noStrike" kern="1200" cap="none" spc="0" baseline="0">
              <a:solidFill>
                <a:schemeClr val="tx1"/>
              </a:solidFill>
              <a:latin typeface="Calibri" pitchFamily="0" charset="0"/>
              <a:ea typeface="等线" pitchFamily="0" charset="0"/>
              <a:cs typeface="Calibri" pitchFamily="0" charset="0"/>
            </a:endParaRPr>
          </a:p>
        </p:txBody>
      </p:sp>
      <p:sp>
        <p:nvSpPr>
          <p:cNvPr id="68" name="圆角矩形"/>
          <p:cNvSpPr>
            <a:spLocks/>
          </p:cNvSpPr>
          <p:nvPr/>
        </p:nvSpPr>
        <p:spPr>
          <a:xfrm rot="0">
            <a:off x="640080" y="3383279"/>
            <a:ext cx="10789920" cy="1234440"/>
          </a:xfrm>
          <a:prstGeom prst="roundRect">
            <a:avLst>
              <a:gd name="adj" fmla="val 4444"/>
            </a:avLst>
          </a:prstGeom>
          <a:solidFill>
            <a:srgbClr val="121B2E"/>
          </a:solidFill>
          <a:ln w="12700" cmpd="sng" cap="flat">
            <a:solidFill>
              <a:srgbClr val="25314F"/>
            </a:solidFill>
            <a:prstDash val="solid"/>
            <a:round/>
          </a:ln>
        </p:spPr>
      </p:sp>
      <p:sp>
        <p:nvSpPr>
          <p:cNvPr id="69" name="矩形"/>
          <p:cNvSpPr>
            <a:spLocks/>
          </p:cNvSpPr>
          <p:nvPr/>
        </p:nvSpPr>
        <p:spPr>
          <a:xfrm rot="0">
            <a:off x="914400" y="3529583"/>
            <a:ext cx="10241281" cy="365759"/>
          </a:xfrm>
          <a:prstGeom prst="rect"/>
          <a:noFill/>
          <a:ln w="12700" cmpd="sng" cap="flat">
            <a:noFill/>
            <a:prstDash val="solid"/>
            <a:miter/>
          </a:ln>
        </p:spPr>
        <p:txBody>
          <a:bodyPr vert="horz" wrap="square" lIns="0" tIns="0" rIns="0" bIns="0" anchor="ctr" anchorCtr="0">
            <a:prstTxWarp prst="textNoShape"/>
          </a:bodyPr>
          <a:lstStyle/>
          <a:p>
            <a:pPr marL="0" indent="0" algn="l">
              <a:lnSpc>
                <a:spcPct val="100000"/>
              </a:lnSpc>
              <a:spcBef>
                <a:spcPts val="0"/>
              </a:spcBef>
              <a:spcAft>
                <a:spcPts val="0"/>
              </a:spcAft>
              <a:buNone/>
            </a:pPr>
            <a:r>
              <a:rPr lang="en-US" altLang="zh-CN" sz="1500" b="1" i="0" u="none" strike="noStrike" kern="1200" cap="none" spc="0" baseline="0">
                <a:solidFill>
                  <a:srgbClr val="5B8CFF"/>
                </a:solidFill>
                <a:latin typeface="Arial" pitchFamily="34" charset="0"/>
                <a:ea typeface="Arial" pitchFamily="34" charset="0"/>
                <a:cs typeface="Arial" pitchFamily="34" charset="0"/>
              </a:rPr>
              <a:t>Iteration</a:t>
            </a:r>
            <a:endParaRPr lang="zh-CN" altLang="en-US" sz="1500" b="0" i="0" u="none" strike="noStrike" kern="1200" cap="none" spc="0" baseline="0">
              <a:solidFill>
                <a:schemeClr val="tx1"/>
              </a:solidFill>
              <a:latin typeface="Calibri" pitchFamily="0" charset="0"/>
              <a:ea typeface="等线" pitchFamily="0" charset="0"/>
              <a:cs typeface="Calibri" pitchFamily="0" charset="0"/>
            </a:endParaRPr>
          </a:p>
        </p:txBody>
      </p:sp>
      <p:sp>
        <p:nvSpPr>
          <p:cNvPr id="70" name="矩形"/>
          <p:cNvSpPr>
            <a:spLocks/>
          </p:cNvSpPr>
          <p:nvPr/>
        </p:nvSpPr>
        <p:spPr>
          <a:xfrm rot="0">
            <a:off x="914400" y="3913632"/>
            <a:ext cx="10241281" cy="594359"/>
          </a:xfrm>
          <a:prstGeom prst="rect"/>
          <a:noFill/>
          <a:ln w="12700" cmpd="sng" cap="flat">
            <a:noFill/>
            <a:prstDash val="solid"/>
            <a:miter/>
          </a:ln>
        </p:spPr>
        <p:txBody>
          <a:bodyPr vert="horz" wrap="square" lIns="0" tIns="0" rIns="0" bIns="0" anchor="ctr" anchorCtr="0">
            <a:prstTxWarp prst="textNoShape"/>
          </a:bodyPr>
          <a:lstStyle/>
          <a:p>
            <a:pPr marL="0" indent="0" algn="l">
              <a:lnSpc>
                <a:spcPct val="100000"/>
              </a:lnSpc>
              <a:spcBef>
                <a:spcPts val="0"/>
              </a:spcBef>
              <a:spcAft>
                <a:spcPts val="0"/>
              </a:spcAft>
              <a:buNone/>
            </a:pPr>
            <a:r>
              <a:rPr lang="en-US" altLang="zh-CN" sz="1300" b="0" i="0" u="none" strike="noStrike" kern="1200" cap="none" spc="0" baseline="0">
                <a:solidFill>
                  <a:srgbClr val="E8EDF7"/>
                </a:solidFill>
                <a:latin typeface="Arial" pitchFamily="34" charset="0"/>
                <a:ea typeface="Arial" pitchFamily="34" charset="0"/>
                <a:cs typeface="Arial" pitchFamily="34" charset="0"/>
              </a:rPr>
              <a:t>Refined the maintenance/crew plan generator logic — moving from a simple risk sort to a risk x grid-impact re-rank.</a:t>
            </a:r>
            <a:endParaRPr lang="zh-CN" altLang="en-US" sz="1300" b="0" i="0" u="none" strike="noStrike" kern="1200" cap="none" spc="0" baseline="0">
              <a:solidFill>
                <a:schemeClr val="tx1"/>
              </a:solidFill>
              <a:latin typeface="Calibri" pitchFamily="0" charset="0"/>
              <a:ea typeface="等线" pitchFamily="0" charset="0"/>
              <a:cs typeface="Calibri" pitchFamily="0" charset="0"/>
            </a:endParaRPr>
          </a:p>
        </p:txBody>
      </p:sp>
      <p:sp>
        <p:nvSpPr>
          <p:cNvPr id="71" name="圆角矩形"/>
          <p:cNvSpPr>
            <a:spLocks/>
          </p:cNvSpPr>
          <p:nvPr/>
        </p:nvSpPr>
        <p:spPr>
          <a:xfrm rot="0">
            <a:off x="640080" y="4846320"/>
            <a:ext cx="10789920" cy="1234439"/>
          </a:xfrm>
          <a:prstGeom prst="roundRect">
            <a:avLst>
              <a:gd name="adj" fmla="val 4444"/>
            </a:avLst>
          </a:prstGeom>
          <a:solidFill>
            <a:srgbClr val="121B2E"/>
          </a:solidFill>
          <a:ln w="12700" cmpd="sng" cap="flat">
            <a:solidFill>
              <a:srgbClr val="25314F"/>
            </a:solidFill>
            <a:prstDash val="solid"/>
            <a:round/>
          </a:ln>
        </p:spPr>
      </p:sp>
      <p:sp>
        <p:nvSpPr>
          <p:cNvPr id="72" name="矩形"/>
          <p:cNvSpPr>
            <a:spLocks/>
          </p:cNvSpPr>
          <p:nvPr/>
        </p:nvSpPr>
        <p:spPr>
          <a:xfrm rot="0">
            <a:off x="914400" y="4992623"/>
            <a:ext cx="10241281" cy="365759"/>
          </a:xfrm>
          <a:prstGeom prst="rect"/>
          <a:noFill/>
          <a:ln w="12700" cmpd="sng" cap="flat">
            <a:noFill/>
            <a:prstDash val="solid"/>
            <a:miter/>
          </a:ln>
        </p:spPr>
        <p:txBody>
          <a:bodyPr vert="horz" wrap="square" lIns="0" tIns="0" rIns="0" bIns="0" anchor="ctr" anchorCtr="0">
            <a:prstTxWarp prst="textNoShape"/>
          </a:bodyPr>
          <a:lstStyle/>
          <a:p>
            <a:pPr marL="0" indent="0" algn="l">
              <a:lnSpc>
                <a:spcPct val="100000"/>
              </a:lnSpc>
              <a:spcBef>
                <a:spcPts val="0"/>
              </a:spcBef>
              <a:spcAft>
                <a:spcPts val="0"/>
              </a:spcAft>
              <a:buNone/>
            </a:pPr>
            <a:r>
              <a:rPr lang="en-US" altLang="zh-CN" sz="1500" b="1" i="0" u="none" strike="noStrike" kern="1200" cap="none" spc="0" baseline="0">
                <a:solidFill>
                  <a:srgbClr val="5B8CFF"/>
                </a:solidFill>
                <a:latin typeface="Arial" pitchFamily="34" charset="0"/>
                <a:ea typeface="Arial" pitchFamily="34" charset="0"/>
                <a:cs typeface="Arial" pitchFamily="34" charset="0"/>
              </a:rPr>
              <a:t>Review</a:t>
            </a:r>
            <a:endParaRPr lang="zh-CN" altLang="en-US" sz="1500" b="0" i="0" u="none" strike="noStrike" kern="1200" cap="none" spc="0" baseline="0">
              <a:solidFill>
                <a:schemeClr val="tx1"/>
              </a:solidFill>
              <a:latin typeface="Calibri" pitchFamily="0" charset="0"/>
              <a:ea typeface="等线" pitchFamily="0" charset="0"/>
              <a:cs typeface="Calibri" pitchFamily="0" charset="0"/>
            </a:endParaRPr>
          </a:p>
        </p:txBody>
      </p:sp>
      <p:sp>
        <p:nvSpPr>
          <p:cNvPr id="73" name="矩形"/>
          <p:cNvSpPr>
            <a:spLocks/>
          </p:cNvSpPr>
          <p:nvPr/>
        </p:nvSpPr>
        <p:spPr>
          <a:xfrm rot="0">
            <a:off x="914400" y="5376672"/>
            <a:ext cx="10241281" cy="594359"/>
          </a:xfrm>
          <a:prstGeom prst="rect"/>
          <a:noFill/>
          <a:ln w="12700" cmpd="sng" cap="flat">
            <a:noFill/>
            <a:prstDash val="solid"/>
            <a:miter/>
          </a:ln>
        </p:spPr>
        <p:txBody>
          <a:bodyPr vert="horz" wrap="square" lIns="0" tIns="0" rIns="0" bIns="0" anchor="ctr" anchorCtr="0">
            <a:prstTxWarp prst="textNoShape"/>
          </a:bodyPr>
          <a:lstStyle/>
          <a:p>
            <a:pPr marL="0" indent="0" algn="l">
              <a:lnSpc>
                <a:spcPct val="100000"/>
              </a:lnSpc>
              <a:spcBef>
                <a:spcPts val="0"/>
              </a:spcBef>
              <a:spcAft>
                <a:spcPts val="0"/>
              </a:spcAft>
              <a:buNone/>
            </a:pPr>
            <a:r>
              <a:rPr lang="en-US" altLang="zh-CN" sz="1300" b="0" i="0" u="none" strike="noStrike" kern="1200" cap="none" spc="0" baseline="0">
                <a:solidFill>
                  <a:srgbClr val="E8EDF7"/>
                </a:solidFill>
                <a:latin typeface="Arial" pitchFamily="34" charset="0"/>
                <a:ea typeface="Arial" pitchFamily="34" charset="0"/>
                <a:cs typeface="Arial" pitchFamily="34" charset="0"/>
              </a:rPr>
              <a:t>Reviewed the final code for bugs, readability, and edge cases (e.g. zero actionable assets) before submission.</a:t>
            </a:r>
            <a:endParaRPr lang="zh-CN" altLang="en-US" sz="1300" b="0" i="0" u="none" strike="noStrike" kern="1200" cap="none" spc="0" baseline="0">
              <a:solidFill>
                <a:schemeClr val="tx1"/>
              </a:solidFill>
              <a:latin typeface="Calibri" pitchFamily="0" charset="0"/>
              <a:ea typeface="等线" pitchFamily="0" charset="0"/>
              <a:cs typeface="Calibri" pitchFamily="0" charset="0"/>
            </a:endParaRPr>
          </a:p>
        </p:txBody>
      </p:sp>
      <p:sp>
        <p:nvSpPr>
          <p:cNvPr id="74" name="矩形"/>
          <p:cNvSpPr>
            <a:spLocks/>
          </p:cNvSpPr>
          <p:nvPr/>
        </p:nvSpPr>
        <p:spPr>
          <a:xfrm rot="0">
            <a:off x="457200" y="6537960"/>
            <a:ext cx="7315200" cy="274319"/>
          </a:xfrm>
          <a:prstGeom prst="rect"/>
          <a:noFill/>
          <a:ln w="12700" cmpd="sng" cap="flat">
            <a:noFill/>
            <a:prstDash val="solid"/>
            <a:miter/>
          </a:ln>
        </p:spPr>
        <p:txBody>
          <a:bodyPr vert="horz" wrap="square" lIns="0" tIns="0" rIns="0" bIns="0" anchor="ctr" anchorCtr="0">
            <a:prstTxWarp prst="textNoShape"/>
          </a:bodyPr>
          <a:lstStyle/>
          <a:p>
            <a:pPr marL="0" indent="0" algn="l">
              <a:lnSpc>
                <a:spcPct val="100000"/>
              </a:lnSpc>
              <a:spcBef>
                <a:spcPts val="0"/>
              </a:spcBef>
              <a:spcAft>
                <a:spcPts val="0"/>
              </a:spcAft>
              <a:buNone/>
            </a:pPr>
            <a:r>
              <a:rPr lang="en-US" altLang="zh-CN" sz="900" b="0" i="0" u="none" strike="noStrike" kern="1200" cap="none" spc="0" baseline="0">
                <a:solidFill>
                  <a:srgbClr val="8FA0C2"/>
                </a:solidFill>
                <a:latin typeface="Arial" pitchFamily="34" charset="0"/>
                <a:ea typeface="Arial" pitchFamily="34" charset="0"/>
                <a:cs typeface="Arial" pitchFamily="34" charset="0"/>
              </a:rPr>
              <a:t>GridGuard AI  ·  IBM BoB AI Innovation Hackathon 2026</a:t>
            </a:r>
            <a:endParaRPr lang="zh-CN" altLang="en-US" sz="900" b="0" i="0" u="none" strike="noStrike" kern="1200" cap="none" spc="0" baseline="0">
              <a:solidFill>
                <a:schemeClr val="tx1"/>
              </a:solidFill>
              <a:latin typeface="Calibri" pitchFamily="0" charset="0"/>
              <a:ea typeface="等线" pitchFamily="0" charset="0"/>
              <a:cs typeface="Calibri" pitchFamily="0" charset="0"/>
            </a:endParaRPr>
          </a:p>
        </p:txBody>
      </p:sp>
      <p:sp>
        <p:nvSpPr>
          <p:cNvPr id="75" name="矩形"/>
          <p:cNvSpPr>
            <a:spLocks/>
          </p:cNvSpPr>
          <p:nvPr/>
        </p:nvSpPr>
        <p:spPr>
          <a:xfrm rot="0">
            <a:off x="11430001" y="6537960"/>
            <a:ext cx="457200" cy="274319"/>
          </a:xfrm>
          <a:prstGeom prst="rect"/>
          <a:noFill/>
          <a:ln w="12700" cmpd="sng" cap="flat">
            <a:noFill/>
            <a:prstDash val="solid"/>
            <a:miter/>
          </a:ln>
        </p:spPr>
        <p:txBody>
          <a:bodyPr vert="horz" wrap="square" lIns="0" tIns="0" rIns="0" bIns="0" anchor="ctr" anchorCtr="0">
            <a:prstTxWarp prst="textNoShape"/>
          </a:bodyPr>
          <a:lstStyle/>
          <a:p>
            <a:pPr marL="0" indent="0" algn="r">
              <a:lnSpc>
                <a:spcPct val="100000"/>
              </a:lnSpc>
              <a:spcBef>
                <a:spcPts val="0"/>
              </a:spcBef>
              <a:spcAft>
                <a:spcPts val="0"/>
              </a:spcAft>
              <a:buNone/>
            </a:pPr>
            <a:r>
              <a:rPr lang="en-US" altLang="zh-CN" sz="900" b="0" i="0" u="none" strike="noStrike" kern="1200" cap="none" spc="0" baseline="0">
                <a:solidFill>
                  <a:srgbClr val="8FA0C2"/>
                </a:solidFill>
                <a:latin typeface="Arial" pitchFamily="34" charset="0"/>
                <a:ea typeface="Arial" pitchFamily="34" charset="0"/>
                <a:cs typeface="Arial" pitchFamily="34" charset="0"/>
              </a:rPr>
              <a:t>5</a:t>
            </a:r>
            <a:endParaRPr lang="zh-CN" altLang="en-US" sz="900" b="0" i="0" u="none" strike="noStrike" kern="1200" cap="none" spc="0" baseline="0">
              <a:solidFill>
                <a:schemeClr val="tx1"/>
              </a:solidFill>
              <a:latin typeface="Calibri" pitchFamily="0" charset="0"/>
              <a:ea typeface="等线" pitchFamily="0" charset="0"/>
              <a:cs typeface="Calibri" pitchFamily="0" charset="0"/>
            </a:endParaRPr>
          </a:p>
        </p:txBody>
      </p:sp>
    </p:spTree>
    <p:extLst>
      <p:ext uri="{BB962C8B-B14F-4D97-AF65-F5344CB8AC3E}">
        <p14:creationId xmlns:p14="http://schemas.microsoft.com/office/powerpoint/2010/main" val="1397209620"/>
      </p:ext>
    </p:extLst>
  </p:cSld>
  <p:clrMapOvr>
    <a:masterClrMapping/>
  </p:clrMapOvr>
</p:sld>
</file>

<file path=ppt/slides/slide6.xml><?xml version="1.0" encoding="utf-8"?>
<p:sld xmlns:p="http://schemas.openxmlformats.org/presentationml/2006/main" xmlns:r="http://schemas.openxmlformats.org/officeDocument/2006/relationships" xmlns:a="http://schemas.openxmlformats.org/drawingml/2006/main">
  <p:cSld>
    <p:bg>
      <p:bgPr>
        <a:solidFill>
          <a:srgbClr val="0B1220"/>
        </a:solidFill>
      </p:bgPr>
    </p:bg>
    <p:spTree>
      <p:nvGrpSpPr>
        <p:cNvPr id="1" name=""/>
        <p:cNvGrpSpPr/>
        <p:nvPr/>
      </p:nvGrpSpPr>
      <p:grpSpPr>
        <a:xfrm>
          <a:off x="0" y="0"/>
          <a:ext cx="0" cy="0"/>
          <a:chOff x="0" y="0"/>
          <a:chExt cx="0" cy="0"/>
        </a:xfrm>
      </p:grpSpPr>
      <p:sp>
        <p:nvSpPr>
          <p:cNvPr id="78" name="矩形"/>
          <p:cNvSpPr>
            <a:spLocks/>
          </p:cNvSpPr>
          <p:nvPr/>
        </p:nvSpPr>
        <p:spPr>
          <a:xfrm rot="0">
            <a:off x="640080" y="457200"/>
            <a:ext cx="10789920" cy="640080"/>
          </a:xfrm>
          <a:prstGeom prst="rect"/>
          <a:noFill/>
          <a:ln w="12700" cmpd="sng" cap="flat">
            <a:noFill/>
            <a:prstDash val="solid"/>
            <a:miter/>
          </a:ln>
        </p:spPr>
        <p:txBody>
          <a:bodyPr vert="horz" wrap="square" lIns="0" tIns="0" rIns="0" bIns="0" anchor="ctr" anchorCtr="0">
            <a:prstTxWarp prst="textNoShape"/>
          </a:bodyPr>
          <a:lstStyle/>
          <a:p>
            <a:pPr marL="0" indent="0" algn="l">
              <a:lnSpc>
                <a:spcPct val="100000"/>
              </a:lnSpc>
              <a:spcBef>
                <a:spcPts val="0"/>
              </a:spcBef>
              <a:spcAft>
                <a:spcPts val="0"/>
              </a:spcAft>
              <a:buNone/>
            </a:pPr>
            <a:r>
              <a:rPr lang="en-US" altLang="zh-CN" sz="2800" b="1" i="0" u="none" strike="noStrike" kern="1200" cap="none" spc="0" baseline="0">
                <a:solidFill>
                  <a:srgbClr val="E8EDF7"/>
                </a:solidFill>
                <a:latin typeface="Arial" pitchFamily="34" charset="0"/>
                <a:ea typeface="Arial" pitchFamily="34" charset="0"/>
                <a:cs typeface="Arial" pitchFamily="34" charset="0"/>
              </a:rPr>
              <a:t>Impact</a:t>
            </a:r>
            <a:endParaRPr lang="zh-CN" altLang="en-US" sz="2800" b="0" i="0" u="none" strike="noStrike" kern="1200" cap="none" spc="0" baseline="0">
              <a:solidFill>
                <a:schemeClr val="tx1"/>
              </a:solidFill>
              <a:latin typeface="Calibri" pitchFamily="0" charset="0"/>
              <a:ea typeface="等线" pitchFamily="0" charset="0"/>
              <a:cs typeface="Calibri" pitchFamily="0" charset="0"/>
            </a:endParaRPr>
          </a:p>
        </p:txBody>
      </p:sp>
      <p:sp>
        <p:nvSpPr>
          <p:cNvPr id="79" name="矩形"/>
          <p:cNvSpPr>
            <a:spLocks/>
          </p:cNvSpPr>
          <p:nvPr/>
        </p:nvSpPr>
        <p:spPr>
          <a:xfrm rot="0">
            <a:off x="640080" y="1051560"/>
            <a:ext cx="10789920" cy="457199"/>
          </a:xfrm>
          <a:prstGeom prst="rect"/>
          <a:noFill/>
          <a:ln w="12700" cmpd="sng" cap="flat">
            <a:noFill/>
            <a:prstDash val="solid"/>
            <a:miter/>
          </a:ln>
        </p:spPr>
        <p:txBody>
          <a:bodyPr vert="horz" wrap="square" lIns="0" tIns="0" rIns="0" bIns="0" anchor="ctr" anchorCtr="0">
            <a:prstTxWarp prst="textNoShape"/>
          </a:bodyPr>
          <a:lstStyle/>
          <a:p>
            <a:pPr marL="0" indent="0" algn="l">
              <a:lnSpc>
                <a:spcPct val="100000"/>
              </a:lnSpc>
              <a:spcBef>
                <a:spcPts val="0"/>
              </a:spcBef>
              <a:spcAft>
                <a:spcPts val="0"/>
              </a:spcAft>
              <a:buNone/>
            </a:pPr>
            <a:r>
              <a:rPr lang="en-US" altLang="zh-CN" sz="1500" b="0" i="0" u="none" strike="noStrike" kern="1200" cap="none" spc="0" baseline="0">
                <a:solidFill>
                  <a:srgbClr val="8FA0C2"/>
                </a:solidFill>
                <a:latin typeface="Arial" pitchFamily="34" charset="0"/>
                <a:ea typeface="Arial" pitchFamily="34" charset="0"/>
                <a:cs typeface="Arial" pitchFamily="34" charset="0"/>
              </a:rPr>
              <a:t>What this could become beyond the hackathon</a:t>
            </a:r>
            <a:endParaRPr lang="zh-CN" altLang="en-US" sz="1500" b="0" i="0" u="none" strike="noStrike" kern="1200" cap="none" spc="0" baseline="0">
              <a:solidFill>
                <a:schemeClr val="tx1"/>
              </a:solidFill>
              <a:latin typeface="Calibri" pitchFamily="0" charset="0"/>
              <a:ea typeface="等线" pitchFamily="0" charset="0"/>
              <a:cs typeface="Calibri" pitchFamily="0" charset="0"/>
            </a:endParaRPr>
          </a:p>
        </p:txBody>
      </p:sp>
      <p:sp>
        <p:nvSpPr>
          <p:cNvPr id="80" name="圆角矩形"/>
          <p:cNvSpPr>
            <a:spLocks/>
          </p:cNvSpPr>
          <p:nvPr/>
        </p:nvSpPr>
        <p:spPr>
          <a:xfrm rot="0">
            <a:off x="640080" y="2011679"/>
            <a:ext cx="3474720" cy="3291840"/>
          </a:xfrm>
          <a:prstGeom prst="roundRect">
            <a:avLst>
              <a:gd name="adj" fmla="val 1666"/>
            </a:avLst>
          </a:prstGeom>
          <a:solidFill>
            <a:srgbClr val="121B2E"/>
          </a:solidFill>
          <a:ln w="12700" cmpd="sng" cap="flat">
            <a:solidFill>
              <a:srgbClr val="25314F"/>
            </a:solidFill>
            <a:prstDash val="solid"/>
            <a:round/>
          </a:ln>
        </p:spPr>
      </p:sp>
      <p:sp>
        <p:nvSpPr>
          <p:cNvPr id="81" name="矩形"/>
          <p:cNvSpPr>
            <a:spLocks/>
          </p:cNvSpPr>
          <p:nvPr/>
        </p:nvSpPr>
        <p:spPr>
          <a:xfrm rot="0">
            <a:off x="914400" y="2240280"/>
            <a:ext cx="2926080" cy="365759"/>
          </a:xfrm>
          <a:prstGeom prst="rect"/>
          <a:noFill/>
          <a:ln w="12700" cmpd="sng" cap="flat">
            <a:noFill/>
            <a:prstDash val="solid"/>
            <a:miter/>
          </a:ln>
        </p:spPr>
        <p:txBody>
          <a:bodyPr vert="horz" wrap="square" lIns="0" tIns="0" rIns="0" bIns="0" anchor="ctr" anchorCtr="0">
            <a:prstTxWarp prst="textNoShape"/>
          </a:bodyPr>
          <a:lstStyle/>
          <a:p>
            <a:pPr marL="0" indent="0" algn="l">
              <a:lnSpc>
                <a:spcPct val="100000"/>
              </a:lnSpc>
              <a:spcBef>
                <a:spcPts val="0"/>
              </a:spcBef>
              <a:spcAft>
                <a:spcPts val="0"/>
              </a:spcAft>
              <a:buNone/>
            </a:pPr>
            <a:r>
              <a:rPr lang="en-US" altLang="zh-CN" sz="1500" b="1" i="0" u="none" strike="noStrike" kern="1200" cap="none" spc="0" baseline="0">
                <a:solidFill>
                  <a:srgbClr val="4FD1C5"/>
                </a:solidFill>
                <a:latin typeface="Arial" pitchFamily="34" charset="0"/>
                <a:ea typeface="Arial" pitchFamily="34" charset="0"/>
                <a:cs typeface="Arial" pitchFamily="34" charset="0"/>
              </a:rPr>
              <a:t>Today</a:t>
            </a:r>
            <a:endParaRPr lang="zh-CN" altLang="en-US" sz="1500" b="0" i="0" u="none" strike="noStrike" kern="1200" cap="none" spc="0" baseline="0">
              <a:solidFill>
                <a:schemeClr val="tx1"/>
              </a:solidFill>
              <a:latin typeface="Calibri" pitchFamily="0" charset="0"/>
              <a:ea typeface="等线" pitchFamily="0" charset="0"/>
              <a:cs typeface="Calibri" pitchFamily="0" charset="0"/>
            </a:endParaRPr>
          </a:p>
        </p:txBody>
      </p:sp>
      <p:sp>
        <p:nvSpPr>
          <p:cNvPr id="82" name="矩形"/>
          <p:cNvSpPr>
            <a:spLocks/>
          </p:cNvSpPr>
          <p:nvPr/>
        </p:nvSpPr>
        <p:spPr>
          <a:xfrm rot="0">
            <a:off x="914400" y="2697480"/>
            <a:ext cx="2926080" cy="2377440"/>
          </a:xfrm>
          <a:prstGeom prst="rect"/>
          <a:noFill/>
          <a:ln w="12700" cmpd="sng" cap="flat">
            <a:noFill/>
            <a:prstDash val="solid"/>
            <a:miter/>
          </a:ln>
        </p:spPr>
        <p:txBody>
          <a:bodyPr vert="horz" wrap="square" lIns="0" tIns="0" rIns="0" bIns="0" anchor="ctr" anchorCtr="0">
            <a:prstTxWarp prst="textNoShape"/>
          </a:bodyPr>
          <a:lstStyle/>
          <a:p>
            <a:pPr marL="0" indent="0" algn="l">
              <a:lnSpc>
                <a:spcPct val="100000"/>
              </a:lnSpc>
              <a:spcBef>
                <a:spcPts val="0"/>
              </a:spcBef>
              <a:spcAft>
                <a:spcPts val="0"/>
              </a:spcAft>
              <a:buNone/>
            </a:pPr>
            <a:r>
              <a:rPr lang="en-US" altLang="zh-CN" sz="1250" b="0" i="0" u="none" strike="noStrike" kern="1200" cap="none" spc="0" baseline="0">
                <a:solidFill>
                  <a:srgbClr val="E8EDF7"/>
                </a:solidFill>
                <a:latin typeface="Arial" pitchFamily="34" charset="0"/>
                <a:ea typeface="Arial" pitchFamily="34" charset="0"/>
                <a:cs typeface="Arial" pitchFamily="34" charset="0"/>
              </a:rPr>
              <a:t>Explainable heuristic risk model over a synthetic 18-asset fleet, running as a zero-install browser dashboard.</a:t>
            </a:r>
            <a:endParaRPr lang="zh-CN" altLang="en-US" sz="1250" b="0" i="0" u="none" strike="noStrike" kern="1200" cap="none" spc="0" baseline="0">
              <a:solidFill>
                <a:schemeClr val="tx1"/>
              </a:solidFill>
              <a:latin typeface="Calibri" pitchFamily="0" charset="0"/>
              <a:ea typeface="等线" pitchFamily="0" charset="0"/>
              <a:cs typeface="Calibri" pitchFamily="0" charset="0"/>
            </a:endParaRPr>
          </a:p>
        </p:txBody>
      </p:sp>
      <p:sp>
        <p:nvSpPr>
          <p:cNvPr id="83" name="圆角矩形"/>
          <p:cNvSpPr>
            <a:spLocks/>
          </p:cNvSpPr>
          <p:nvPr/>
        </p:nvSpPr>
        <p:spPr>
          <a:xfrm rot="0">
            <a:off x="4343400" y="2011679"/>
            <a:ext cx="3474720" cy="3291840"/>
          </a:xfrm>
          <a:prstGeom prst="roundRect">
            <a:avLst>
              <a:gd name="adj" fmla="val 1666"/>
            </a:avLst>
          </a:prstGeom>
          <a:solidFill>
            <a:srgbClr val="121B2E"/>
          </a:solidFill>
          <a:ln w="12700" cmpd="sng" cap="flat">
            <a:solidFill>
              <a:srgbClr val="25314F"/>
            </a:solidFill>
            <a:prstDash val="solid"/>
            <a:round/>
          </a:ln>
        </p:spPr>
      </p:sp>
      <p:sp>
        <p:nvSpPr>
          <p:cNvPr id="84" name="矩形"/>
          <p:cNvSpPr>
            <a:spLocks/>
          </p:cNvSpPr>
          <p:nvPr/>
        </p:nvSpPr>
        <p:spPr>
          <a:xfrm rot="0">
            <a:off x="4617720" y="2240280"/>
            <a:ext cx="2926080" cy="365759"/>
          </a:xfrm>
          <a:prstGeom prst="rect"/>
          <a:noFill/>
          <a:ln w="12700" cmpd="sng" cap="flat">
            <a:noFill/>
            <a:prstDash val="solid"/>
            <a:miter/>
          </a:ln>
        </p:spPr>
        <p:txBody>
          <a:bodyPr vert="horz" wrap="square" lIns="0" tIns="0" rIns="0" bIns="0" anchor="ctr" anchorCtr="0">
            <a:prstTxWarp prst="textNoShape"/>
          </a:bodyPr>
          <a:lstStyle/>
          <a:p>
            <a:pPr marL="0" indent="0" algn="l">
              <a:lnSpc>
                <a:spcPct val="100000"/>
              </a:lnSpc>
              <a:spcBef>
                <a:spcPts val="0"/>
              </a:spcBef>
              <a:spcAft>
                <a:spcPts val="0"/>
              </a:spcAft>
              <a:buNone/>
            </a:pPr>
            <a:r>
              <a:rPr lang="en-US" altLang="zh-CN" sz="1500" b="1" i="0" u="none" strike="noStrike" kern="1200" cap="none" spc="0" baseline="0">
                <a:solidFill>
                  <a:srgbClr val="4FD1C5"/>
                </a:solidFill>
                <a:latin typeface="Arial" pitchFamily="34" charset="0"/>
                <a:ea typeface="Arial" pitchFamily="34" charset="0"/>
                <a:cs typeface="Arial" pitchFamily="34" charset="0"/>
              </a:rPr>
              <a:t>Next</a:t>
            </a:r>
            <a:endParaRPr lang="zh-CN" altLang="en-US" sz="1500" b="0" i="0" u="none" strike="noStrike" kern="1200" cap="none" spc="0" baseline="0">
              <a:solidFill>
                <a:schemeClr val="tx1"/>
              </a:solidFill>
              <a:latin typeface="Calibri" pitchFamily="0" charset="0"/>
              <a:ea typeface="等线" pitchFamily="0" charset="0"/>
              <a:cs typeface="Calibri" pitchFamily="0" charset="0"/>
            </a:endParaRPr>
          </a:p>
        </p:txBody>
      </p:sp>
      <p:sp>
        <p:nvSpPr>
          <p:cNvPr id="85" name="矩形"/>
          <p:cNvSpPr>
            <a:spLocks/>
          </p:cNvSpPr>
          <p:nvPr/>
        </p:nvSpPr>
        <p:spPr>
          <a:xfrm rot="0">
            <a:off x="4617720" y="2697480"/>
            <a:ext cx="2926080" cy="2377440"/>
          </a:xfrm>
          <a:prstGeom prst="rect"/>
          <a:noFill/>
          <a:ln w="12700" cmpd="sng" cap="flat">
            <a:noFill/>
            <a:prstDash val="solid"/>
            <a:miter/>
          </a:ln>
        </p:spPr>
        <p:txBody>
          <a:bodyPr vert="horz" wrap="square" lIns="0" tIns="0" rIns="0" bIns="0" anchor="ctr" anchorCtr="0">
            <a:prstTxWarp prst="textNoShape"/>
          </a:bodyPr>
          <a:lstStyle/>
          <a:p>
            <a:pPr marL="0" indent="0" algn="l">
              <a:lnSpc>
                <a:spcPct val="100000"/>
              </a:lnSpc>
              <a:spcBef>
                <a:spcPts val="0"/>
              </a:spcBef>
              <a:spcAft>
                <a:spcPts val="0"/>
              </a:spcAft>
              <a:buNone/>
            </a:pPr>
            <a:r>
              <a:rPr lang="en-US" altLang="zh-CN" sz="1250" b="0" i="0" u="none" strike="noStrike" kern="1200" cap="none" spc="0" baseline="0">
                <a:solidFill>
                  <a:srgbClr val="E8EDF7"/>
                </a:solidFill>
                <a:latin typeface="Arial" pitchFamily="34" charset="0"/>
                <a:ea typeface="Arial" pitchFamily="34" charset="0"/>
                <a:cs typeface="Arial" pitchFamily="34" charset="0"/>
              </a:rPr>
              <a:t>Train a real ML model on historical failure labels via IBM watsonx.ai, using the exact factors already logged.</a:t>
            </a:r>
            <a:endParaRPr lang="zh-CN" altLang="en-US" sz="1250" b="0" i="0" u="none" strike="noStrike" kern="1200" cap="none" spc="0" baseline="0">
              <a:solidFill>
                <a:schemeClr val="tx1"/>
              </a:solidFill>
              <a:latin typeface="Calibri" pitchFamily="0" charset="0"/>
              <a:ea typeface="等线" pitchFamily="0" charset="0"/>
              <a:cs typeface="Calibri" pitchFamily="0" charset="0"/>
            </a:endParaRPr>
          </a:p>
        </p:txBody>
      </p:sp>
      <p:sp>
        <p:nvSpPr>
          <p:cNvPr id="86" name="圆角矩形"/>
          <p:cNvSpPr>
            <a:spLocks/>
          </p:cNvSpPr>
          <p:nvPr/>
        </p:nvSpPr>
        <p:spPr>
          <a:xfrm rot="0">
            <a:off x="8046719" y="2011679"/>
            <a:ext cx="3474720" cy="3291840"/>
          </a:xfrm>
          <a:prstGeom prst="roundRect">
            <a:avLst>
              <a:gd name="adj" fmla="val 1666"/>
            </a:avLst>
          </a:prstGeom>
          <a:solidFill>
            <a:srgbClr val="121B2E"/>
          </a:solidFill>
          <a:ln w="12700" cmpd="sng" cap="flat">
            <a:solidFill>
              <a:srgbClr val="25314F"/>
            </a:solidFill>
            <a:prstDash val="solid"/>
            <a:round/>
          </a:ln>
        </p:spPr>
      </p:sp>
      <p:sp>
        <p:nvSpPr>
          <p:cNvPr id="87" name="矩形"/>
          <p:cNvSpPr>
            <a:spLocks/>
          </p:cNvSpPr>
          <p:nvPr/>
        </p:nvSpPr>
        <p:spPr>
          <a:xfrm rot="0">
            <a:off x="8321040" y="2240280"/>
            <a:ext cx="2926080" cy="365759"/>
          </a:xfrm>
          <a:prstGeom prst="rect"/>
          <a:noFill/>
          <a:ln w="12700" cmpd="sng" cap="flat">
            <a:noFill/>
            <a:prstDash val="solid"/>
            <a:miter/>
          </a:ln>
        </p:spPr>
        <p:txBody>
          <a:bodyPr vert="horz" wrap="square" lIns="0" tIns="0" rIns="0" bIns="0" anchor="ctr" anchorCtr="0">
            <a:prstTxWarp prst="textNoShape"/>
          </a:bodyPr>
          <a:lstStyle/>
          <a:p>
            <a:pPr marL="0" indent="0" algn="l">
              <a:lnSpc>
                <a:spcPct val="100000"/>
              </a:lnSpc>
              <a:spcBef>
                <a:spcPts val="0"/>
              </a:spcBef>
              <a:spcAft>
                <a:spcPts val="0"/>
              </a:spcAft>
              <a:buNone/>
            </a:pPr>
            <a:r>
              <a:rPr lang="en-US" altLang="zh-CN" sz="1500" b="1" i="0" u="none" strike="noStrike" kern="1200" cap="none" spc="0" baseline="0">
                <a:solidFill>
                  <a:srgbClr val="4FD1C5"/>
                </a:solidFill>
                <a:latin typeface="Arial" pitchFamily="34" charset="0"/>
                <a:ea typeface="Arial" pitchFamily="34" charset="0"/>
                <a:cs typeface="Arial" pitchFamily="34" charset="0"/>
              </a:rPr>
              <a:t>At scale</a:t>
            </a:r>
            <a:endParaRPr lang="zh-CN" altLang="en-US" sz="1500" b="0" i="0" u="none" strike="noStrike" kern="1200" cap="none" spc="0" baseline="0">
              <a:solidFill>
                <a:schemeClr val="tx1"/>
              </a:solidFill>
              <a:latin typeface="Calibri" pitchFamily="0" charset="0"/>
              <a:ea typeface="等线" pitchFamily="0" charset="0"/>
              <a:cs typeface="Calibri" pitchFamily="0" charset="0"/>
            </a:endParaRPr>
          </a:p>
        </p:txBody>
      </p:sp>
      <p:sp>
        <p:nvSpPr>
          <p:cNvPr id="88" name="矩形"/>
          <p:cNvSpPr>
            <a:spLocks/>
          </p:cNvSpPr>
          <p:nvPr/>
        </p:nvSpPr>
        <p:spPr>
          <a:xfrm rot="0">
            <a:off x="8321040" y="2697480"/>
            <a:ext cx="2926080" cy="2377440"/>
          </a:xfrm>
          <a:prstGeom prst="rect"/>
          <a:noFill/>
          <a:ln w="12700" cmpd="sng" cap="flat">
            <a:noFill/>
            <a:prstDash val="solid"/>
            <a:miter/>
          </a:ln>
        </p:spPr>
        <p:txBody>
          <a:bodyPr vert="horz" wrap="square" lIns="0" tIns="0" rIns="0" bIns="0" anchor="ctr" anchorCtr="0">
            <a:prstTxWarp prst="textNoShape"/>
          </a:bodyPr>
          <a:lstStyle/>
          <a:p>
            <a:pPr marL="0" indent="0" algn="l">
              <a:lnSpc>
                <a:spcPct val="100000"/>
              </a:lnSpc>
              <a:spcBef>
                <a:spcPts val="0"/>
              </a:spcBef>
              <a:spcAft>
                <a:spcPts val="0"/>
              </a:spcAft>
              <a:buNone/>
            </a:pPr>
            <a:r>
              <a:rPr lang="en-US" altLang="zh-CN" sz="1250" b="0" i="0" u="none" strike="noStrike" kern="1200" cap="none" spc="0" baseline="0">
                <a:solidFill>
                  <a:srgbClr val="E8EDF7"/>
                </a:solidFill>
                <a:latin typeface="Arial" pitchFamily="34" charset="0"/>
                <a:ea typeface="Arial" pitchFamily="34" charset="0"/>
                <a:cs typeface="Arial" pitchFamily="34" charset="0"/>
              </a:rPr>
              <a:t>Connect live SCADA/HUMS + weather API feeds; feedback loop from confirmed failures retrains the model over time.</a:t>
            </a:r>
            <a:endParaRPr lang="zh-CN" altLang="en-US" sz="1250" b="0" i="0" u="none" strike="noStrike" kern="1200" cap="none" spc="0" baseline="0">
              <a:solidFill>
                <a:schemeClr val="tx1"/>
              </a:solidFill>
              <a:latin typeface="Calibri" pitchFamily="0" charset="0"/>
              <a:ea typeface="等线" pitchFamily="0" charset="0"/>
              <a:cs typeface="Calibri" pitchFamily="0" charset="0"/>
            </a:endParaRPr>
          </a:p>
        </p:txBody>
      </p:sp>
      <p:sp>
        <p:nvSpPr>
          <p:cNvPr id="89" name="矩形"/>
          <p:cNvSpPr>
            <a:spLocks/>
          </p:cNvSpPr>
          <p:nvPr/>
        </p:nvSpPr>
        <p:spPr>
          <a:xfrm rot="0">
            <a:off x="640080" y="5532120"/>
            <a:ext cx="10789920" cy="640080"/>
          </a:xfrm>
          <a:prstGeom prst="rect"/>
          <a:noFill/>
          <a:ln w="12700" cmpd="sng" cap="flat">
            <a:noFill/>
            <a:prstDash val="solid"/>
            <a:miter/>
          </a:ln>
        </p:spPr>
        <p:txBody>
          <a:bodyPr vert="horz" wrap="square" lIns="0" tIns="0" rIns="0" bIns="0" anchor="ctr" anchorCtr="0">
            <a:prstTxWarp prst="textNoShape"/>
          </a:bodyPr>
          <a:lstStyle/>
          <a:p>
            <a:pPr marL="0" indent="0" algn="l">
              <a:lnSpc>
                <a:spcPct val="100000"/>
              </a:lnSpc>
              <a:spcBef>
                <a:spcPts val="0"/>
              </a:spcBef>
              <a:spcAft>
                <a:spcPts val="0"/>
              </a:spcAft>
              <a:buNone/>
            </a:pPr>
            <a:r>
              <a:rPr lang="en-US" altLang="zh-CN" sz="1300" b="0" i="1" u="none" strike="noStrike" kern="1200" cap="none" spc="0" baseline="0">
                <a:solidFill>
                  <a:srgbClr val="8FA0C2"/>
                </a:solidFill>
                <a:latin typeface="Arial" pitchFamily="34" charset="0"/>
                <a:ea typeface="Arial" pitchFamily="34" charset="0"/>
                <a:cs typeface="Arial" pitchFamily="34" charset="0"/>
              </a:rPr>
              <a:t>For a mid-size utility, shifting even a fraction of assets from reactive to predicted maintenance is worth millions in avoided outage-hours per year.</a:t>
            </a:r>
            <a:endParaRPr lang="zh-CN" altLang="en-US" sz="1300" b="0" i="0" u="none" strike="noStrike" kern="1200" cap="none" spc="0" baseline="0">
              <a:solidFill>
                <a:schemeClr val="tx1"/>
              </a:solidFill>
              <a:latin typeface="Calibri" pitchFamily="0" charset="0"/>
              <a:ea typeface="等线" pitchFamily="0" charset="0"/>
              <a:cs typeface="Calibri" pitchFamily="0" charset="0"/>
            </a:endParaRPr>
          </a:p>
        </p:txBody>
      </p:sp>
      <p:sp>
        <p:nvSpPr>
          <p:cNvPr id="90" name="矩形"/>
          <p:cNvSpPr>
            <a:spLocks/>
          </p:cNvSpPr>
          <p:nvPr/>
        </p:nvSpPr>
        <p:spPr>
          <a:xfrm rot="0">
            <a:off x="457200" y="6537960"/>
            <a:ext cx="7315200" cy="274319"/>
          </a:xfrm>
          <a:prstGeom prst="rect"/>
          <a:noFill/>
          <a:ln w="12700" cmpd="sng" cap="flat">
            <a:noFill/>
            <a:prstDash val="solid"/>
            <a:miter/>
          </a:ln>
        </p:spPr>
        <p:txBody>
          <a:bodyPr vert="horz" wrap="square" lIns="0" tIns="0" rIns="0" bIns="0" anchor="ctr" anchorCtr="0">
            <a:prstTxWarp prst="textNoShape"/>
          </a:bodyPr>
          <a:lstStyle/>
          <a:p>
            <a:pPr marL="0" indent="0" algn="l">
              <a:lnSpc>
                <a:spcPct val="100000"/>
              </a:lnSpc>
              <a:spcBef>
                <a:spcPts val="0"/>
              </a:spcBef>
              <a:spcAft>
                <a:spcPts val="0"/>
              </a:spcAft>
              <a:buNone/>
            </a:pPr>
            <a:r>
              <a:rPr lang="en-US" altLang="zh-CN" sz="900" b="0" i="0" u="none" strike="noStrike" kern="1200" cap="none" spc="0" baseline="0">
                <a:solidFill>
                  <a:srgbClr val="8FA0C2"/>
                </a:solidFill>
                <a:latin typeface="Arial" pitchFamily="34" charset="0"/>
                <a:ea typeface="Arial" pitchFamily="34" charset="0"/>
                <a:cs typeface="Arial" pitchFamily="34" charset="0"/>
              </a:rPr>
              <a:t>GridGuard AI  ·  IBM BoB AI Innovation Hackathon 2026</a:t>
            </a:r>
            <a:endParaRPr lang="zh-CN" altLang="en-US" sz="900" b="0" i="0" u="none" strike="noStrike" kern="1200" cap="none" spc="0" baseline="0">
              <a:solidFill>
                <a:schemeClr val="tx1"/>
              </a:solidFill>
              <a:latin typeface="Calibri" pitchFamily="0" charset="0"/>
              <a:ea typeface="等线" pitchFamily="0" charset="0"/>
              <a:cs typeface="Calibri" pitchFamily="0" charset="0"/>
            </a:endParaRPr>
          </a:p>
        </p:txBody>
      </p:sp>
      <p:sp>
        <p:nvSpPr>
          <p:cNvPr id="91" name="矩形"/>
          <p:cNvSpPr>
            <a:spLocks/>
          </p:cNvSpPr>
          <p:nvPr/>
        </p:nvSpPr>
        <p:spPr>
          <a:xfrm rot="0">
            <a:off x="11430001" y="6537960"/>
            <a:ext cx="457200" cy="274319"/>
          </a:xfrm>
          <a:prstGeom prst="rect"/>
          <a:noFill/>
          <a:ln w="12700" cmpd="sng" cap="flat">
            <a:noFill/>
            <a:prstDash val="solid"/>
            <a:miter/>
          </a:ln>
        </p:spPr>
        <p:txBody>
          <a:bodyPr vert="horz" wrap="square" lIns="0" tIns="0" rIns="0" bIns="0" anchor="ctr" anchorCtr="0">
            <a:prstTxWarp prst="textNoShape"/>
          </a:bodyPr>
          <a:lstStyle/>
          <a:p>
            <a:pPr marL="0" indent="0" algn="r">
              <a:lnSpc>
                <a:spcPct val="100000"/>
              </a:lnSpc>
              <a:spcBef>
                <a:spcPts val="0"/>
              </a:spcBef>
              <a:spcAft>
                <a:spcPts val="0"/>
              </a:spcAft>
              <a:buNone/>
            </a:pPr>
            <a:r>
              <a:rPr lang="en-US" altLang="zh-CN" sz="900" b="0" i="0" u="none" strike="noStrike" kern="1200" cap="none" spc="0" baseline="0">
                <a:solidFill>
                  <a:srgbClr val="8FA0C2"/>
                </a:solidFill>
                <a:latin typeface="Arial" pitchFamily="34" charset="0"/>
                <a:ea typeface="Arial" pitchFamily="34" charset="0"/>
                <a:cs typeface="Arial" pitchFamily="34" charset="0"/>
              </a:rPr>
              <a:t>6</a:t>
            </a:r>
            <a:endParaRPr lang="zh-CN" altLang="en-US" sz="900" b="0" i="0" u="none" strike="noStrike" kern="1200" cap="none" spc="0" baseline="0">
              <a:solidFill>
                <a:schemeClr val="tx1"/>
              </a:solidFill>
              <a:latin typeface="Calibri" pitchFamily="0" charset="0"/>
              <a:ea typeface="等线" pitchFamily="0" charset="0"/>
              <a:cs typeface="Calibri" pitchFamily="0" charset="0"/>
            </a:endParaRPr>
          </a:p>
        </p:txBody>
      </p:sp>
    </p:spTree>
    <p:extLst>
      <p:ext uri="{BB962C8B-B14F-4D97-AF65-F5344CB8AC3E}">
        <p14:creationId xmlns:p14="http://schemas.microsoft.com/office/powerpoint/2010/main" val="905580567"/>
      </p:ext>
    </p:extLst>
  </p:cSld>
  <p:clrMapOvr>
    <a:masterClrMapping/>
  </p:clrMapOvr>
</p:sld>
</file>

<file path=ppt/slides/slide7.xml><?xml version="1.0" encoding="utf-8"?>
<p:sld xmlns:p="http://schemas.openxmlformats.org/presentationml/2006/main" xmlns:r="http://schemas.openxmlformats.org/officeDocument/2006/relationships" xmlns:a="http://schemas.openxmlformats.org/drawingml/2006/main">
  <p:cSld>
    <p:bg>
      <p:bgPr>
        <a:solidFill>
          <a:srgbClr val="0B1220"/>
        </a:solidFill>
      </p:bgPr>
    </p:bg>
    <p:spTree>
      <p:nvGrpSpPr>
        <p:cNvPr id="1" name=""/>
        <p:cNvGrpSpPr/>
        <p:nvPr/>
      </p:nvGrpSpPr>
      <p:grpSpPr>
        <a:xfrm>
          <a:off x="0" y="0"/>
          <a:ext cx="0" cy="0"/>
          <a:chOff x="0" y="0"/>
          <a:chExt cx="0" cy="0"/>
        </a:xfrm>
      </p:grpSpPr>
      <p:sp>
        <p:nvSpPr>
          <p:cNvPr id="94" name="矩形"/>
          <p:cNvSpPr>
            <a:spLocks/>
          </p:cNvSpPr>
          <p:nvPr/>
        </p:nvSpPr>
        <p:spPr>
          <a:xfrm rot="0">
            <a:off x="822960" y="2651760"/>
            <a:ext cx="10515600" cy="914400"/>
          </a:xfrm>
          <a:prstGeom prst="rect"/>
          <a:noFill/>
          <a:ln w="12700" cmpd="sng" cap="flat">
            <a:noFill/>
            <a:prstDash val="solid"/>
            <a:miter/>
          </a:ln>
        </p:spPr>
        <p:txBody>
          <a:bodyPr vert="horz" wrap="square" lIns="0" tIns="0" rIns="0" bIns="0" anchor="ctr" anchorCtr="0">
            <a:prstTxWarp prst="textNoShape"/>
          </a:bodyPr>
          <a:lstStyle/>
          <a:p>
            <a:pPr marL="0" indent="0" algn="l">
              <a:lnSpc>
                <a:spcPct val="100000"/>
              </a:lnSpc>
              <a:spcBef>
                <a:spcPts val="0"/>
              </a:spcBef>
              <a:spcAft>
                <a:spcPts val="0"/>
              </a:spcAft>
              <a:buNone/>
            </a:pPr>
            <a:r>
              <a:rPr lang="en-US" altLang="zh-CN" sz="3800" b="1" i="0" u="none" strike="noStrike" kern="1200" cap="none" spc="0" baseline="0">
                <a:solidFill>
                  <a:srgbClr val="E8EDF7"/>
                </a:solidFill>
                <a:latin typeface="Arial" pitchFamily="34" charset="0"/>
                <a:ea typeface="Arial" pitchFamily="34" charset="0"/>
                <a:cs typeface="Arial" pitchFamily="34" charset="0"/>
              </a:rPr>
              <a:t>Thank You</a:t>
            </a:r>
            <a:endParaRPr lang="zh-CN" altLang="en-US" sz="3800" b="0" i="0" u="none" strike="noStrike" kern="1200" cap="none" spc="0" baseline="0">
              <a:solidFill>
                <a:schemeClr val="tx1"/>
              </a:solidFill>
              <a:latin typeface="Calibri" pitchFamily="0" charset="0"/>
              <a:ea typeface="等线" pitchFamily="0" charset="0"/>
              <a:cs typeface="Calibri" pitchFamily="0" charset="0"/>
            </a:endParaRPr>
          </a:p>
        </p:txBody>
      </p:sp>
      <p:sp>
        <p:nvSpPr>
          <p:cNvPr id="95" name="矩形"/>
          <p:cNvSpPr>
            <a:spLocks/>
          </p:cNvSpPr>
          <p:nvPr/>
        </p:nvSpPr>
        <p:spPr>
          <a:xfrm rot="0">
            <a:off x="822960" y="3429000"/>
            <a:ext cx="10515600" cy="457200"/>
          </a:xfrm>
          <a:prstGeom prst="rect"/>
          <a:noFill/>
          <a:ln w="12700" cmpd="sng" cap="flat">
            <a:noFill/>
            <a:prstDash val="solid"/>
            <a:miter/>
          </a:ln>
        </p:spPr>
        <p:txBody>
          <a:bodyPr vert="horz" wrap="square" lIns="0" tIns="0" rIns="0" bIns="0" anchor="ctr" anchorCtr="0">
            <a:prstTxWarp prst="textNoShape"/>
          </a:bodyPr>
          <a:lstStyle/>
          <a:p>
            <a:pPr marL="0" indent="0" algn="l">
              <a:lnSpc>
                <a:spcPct val="100000"/>
              </a:lnSpc>
              <a:spcBef>
                <a:spcPts val="0"/>
              </a:spcBef>
              <a:spcAft>
                <a:spcPts val="0"/>
              </a:spcAft>
              <a:buNone/>
            </a:pPr>
            <a:r>
              <a:rPr lang="en-US" altLang="zh-CN" sz="1600" b="0" i="0" u="none" strike="noStrike" kern="1200" cap="none" spc="0" baseline="0">
                <a:solidFill>
                  <a:srgbClr val="4FD1C5"/>
                </a:solidFill>
                <a:latin typeface="Arial" pitchFamily="34" charset="0"/>
                <a:ea typeface="Arial" pitchFamily="34" charset="0"/>
                <a:cs typeface="Arial" pitchFamily="34" charset="0"/>
              </a:rPr>
              <a:t>GridGuard AI — Outage &amp; Equipment Failure Advisor</a:t>
            </a:r>
            <a:endParaRPr lang="zh-CN" altLang="en-US" sz="1600" b="0" i="0" u="none" strike="noStrike" kern="1200" cap="none" spc="0" baseline="0">
              <a:solidFill>
                <a:schemeClr val="tx1"/>
              </a:solidFill>
              <a:latin typeface="Calibri" pitchFamily="0" charset="0"/>
              <a:ea typeface="等线" pitchFamily="0" charset="0"/>
              <a:cs typeface="Calibri" pitchFamily="0" charset="0"/>
            </a:endParaRPr>
          </a:p>
        </p:txBody>
      </p:sp>
      <p:sp>
        <p:nvSpPr>
          <p:cNvPr id="96" name="矩形"/>
          <p:cNvSpPr>
            <a:spLocks/>
          </p:cNvSpPr>
          <p:nvPr/>
        </p:nvSpPr>
        <p:spPr>
          <a:xfrm rot="0">
            <a:off x="822960" y="4023359"/>
            <a:ext cx="10058401" cy="365759"/>
          </a:xfrm>
          <a:prstGeom prst="rect"/>
          <a:noFill/>
          <a:ln w="12700" cmpd="sng" cap="flat">
            <a:noFill/>
            <a:prstDash val="solid"/>
            <a:miter/>
          </a:ln>
        </p:spPr>
        <p:txBody>
          <a:bodyPr vert="horz" wrap="square" lIns="0" tIns="0" rIns="0" bIns="0" anchor="ctr" anchorCtr="0">
            <a:prstTxWarp prst="textNoShape"/>
          </a:bodyPr>
          <a:lstStyle/>
          <a:p>
            <a:pPr marL="0" indent="0" algn="l">
              <a:lnSpc>
                <a:spcPct val="100000"/>
              </a:lnSpc>
              <a:spcBef>
                <a:spcPts val="0"/>
              </a:spcBef>
              <a:spcAft>
                <a:spcPts val="0"/>
              </a:spcAft>
              <a:buNone/>
            </a:pPr>
            <a:r>
              <a:rPr lang="en-US" altLang="zh-CN" sz="1300" b="0" i="0" u="none" strike="noStrike" kern="1200" cap="none" spc="0" baseline="0">
                <a:solidFill>
                  <a:srgbClr val="8FA0C2"/>
                </a:solidFill>
                <a:latin typeface="Arial" pitchFamily="34" charset="0"/>
                <a:ea typeface="Arial" pitchFamily="34" charset="0"/>
                <a:cs typeface="Arial" pitchFamily="34" charset="0"/>
              </a:rPr>
              <a:t>Repo: github.com/[</a:t>
            </a:r>
            <a:r>
              <a:rPr lang="en-US" altLang="zh-CN" sz="1300" b="0" i="0" u="none" strike="noStrike" kern="1200" cap="none" spc="0" baseline="0">
                <a:solidFill>
                  <a:srgbClr val="8FA0C2"/>
                </a:solidFill>
                <a:latin typeface="Arial" pitchFamily="34" charset="0"/>
                <a:ea typeface="Arial" pitchFamily="34" charset="0"/>
                <a:cs typeface="Arial" pitchFamily="34" charset="0"/>
              </a:rPr>
              <a:t>Krishvks07</a:t>
            </a:r>
            <a:r>
              <a:rPr lang="en-US" altLang="zh-CN" sz="1300" b="0" i="0" u="none" strike="noStrike" kern="1200" cap="none" spc="0" baseline="0">
                <a:solidFill>
                  <a:srgbClr val="8FA0C2"/>
                </a:solidFill>
                <a:latin typeface="Arial" pitchFamily="34" charset="0"/>
                <a:ea typeface="Arial" pitchFamily="34" charset="0"/>
                <a:cs typeface="Arial" pitchFamily="34" charset="0"/>
              </a:rPr>
              <a:t>]/bob-ai-hackathon-[</a:t>
            </a:r>
            <a:r>
              <a:rPr lang="en-US" altLang="zh-CN" sz="1300" b="0" i="0" u="none" strike="noStrike" kern="1200" cap="none" spc="0" baseline="0">
                <a:solidFill>
                  <a:srgbClr val="8FA0C2"/>
                </a:solidFill>
                <a:latin typeface="Arial" pitchFamily="34" charset="0"/>
                <a:ea typeface="Arial" pitchFamily="34" charset="0"/>
                <a:cs typeface="Arial" pitchFamily="34" charset="0"/>
              </a:rPr>
              <a:t>Innov8</a:t>
            </a:r>
            <a:r>
              <a:rPr lang="en-US" altLang="zh-CN" sz="1300" b="0" i="0" u="none" strike="noStrike" kern="1200" cap="none" spc="0" baseline="0">
                <a:solidFill>
                  <a:srgbClr val="8FA0C2"/>
                </a:solidFill>
                <a:latin typeface="Arial" pitchFamily="34" charset="0"/>
                <a:ea typeface="Arial" pitchFamily="34" charset="0"/>
                <a:cs typeface="Arial" pitchFamily="34" charset="0"/>
              </a:rPr>
              <a:t>]</a:t>
            </a:r>
            <a:endParaRPr lang="zh-CN" altLang="en-US" sz="1300" b="0" i="0" u="none" strike="noStrike" kern="1200" cap="none" spc="0" baseline="0">
              <a:solidFill>
                <a:srgbClr val="8FA0C2"/>
              </a:solidFill>
              <a:latin typeface="Arial" pitchFamily="34" charset="0"/>
              <a:ea typeface="Arial" pitchFamily="34" charset="0"/>
              <a:cs typeface="Arial" pitchFamily="34" charset="0"/>
            </a:endParaRPr>
          </a:p>
        </p:txBody>
      </p:sp>
    </p:spTree>
    <p:extLst>
      <p:ext uri="{BB962C8B-B14F-4D97-AF65-F5344CB8AC3E}">
        <p14:creationId xmlns:p14="http://schemas.microsoft.com/office/powerpoint/2010/main" val="1561703710"/>
      </p:ext>
    </p:extLst>
  </p:cSld>
  <p:clrMapOvr>
    <a:masterClrMapping/>
  </p:clrMapOvr>
</p:sld>
</file>

<file path=ppt/theme/theme1.xml><?xml version="1.0" encoding="utf-8"?>
<a:theme xmlns:a="http://schemas.openxmlformats.org/drawingml/2006/main" name="Office Theme">
  <a:themeElements>
    <a:clrScheme name="Office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
        <a:ea typeface=""/>
        <a:cs typeface=""/>
      </a:majorFont>
      <a:minorFont>
        <a:latin typeface=""/>
        <a:ea typeface=""/>
        <a:cs typeface=""/>
      </a:minorFont>
    </a:fontScheme>
    <a:fmtScheme name="Office Theme">
      <a:fillStyleLst>
        <a:solidFill>
          <a:schemeClr val="phClr"/>
        </a:solidFill>
        <a:gradFill/>
        <a:gradFill/>
      </a:fillStyleLst>
      <a:lnStyleLst>
        <a:ln/>
        <a:ln/>
        <a:ln/>
      </a:lnStyleLst>
      <a:effectStyleLst>
        <a:effectStyle>
          <a:effectLst/>
        </a:effectStyle>
        <a:effectStyle>
          <a:effectLst/>
        </a:effectStyle>
        <a:effectStyle>
          <a:effectLst/>
        </a:effectStyle>
      </a:effectStyleLst>
      <a:bgFillStyleLst>
        <a:solidFill>
          <a:schemeClr val="phClr"/>
        </a:solidFill>
        <a:gradFill/>
        <a:gradFill/>
      </a:bgFillStyleLst>
    </a:fmtScheme>
  </a:themeElements>
</a:theme>
</file>

<file path=ppt/theme/theme2.xml><?xml version="1.0" encoding="utf-8"?>
<a:theme xmlns:a="http://schemas.openxmlformats.org/drawingml/2006/main" name="notesMaster1">
  <a:themeElements>
    <a:clrScheme name="notesMaster1">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notesMaster1">
      <a:majorFont>
        <a:latin typeface=""/>
        <a:ea typeface=""/>
        <a:cs typeface=""/>
      </a:majorFont>
      <a:minorFont>
        <a:latin typeface=""/>
        <a:ea typeface=""/>
        <a:cs typeface=""/>
      </a:minorFont>
    </a:fontScheme>
    <a:fmtScheme name="notesMaster1">
      <a:fillStyleLst>
        <a:solidFill>
          <a:schemeClr val="phClr"/>
        </a:solidFill>
        <a:gradFill/>
        <a:gradFill/>
      </a:fillStyleLst>
      <a:lnStyleLst>
        <a:ln/>
        <a:ln/>
        <a:ln/>
      </a:lnStyleLst>
      <a:effectStyleLst>
        <a:effectStyle>
          <a:effectLst/>
        </a:effectStyle>
        <a:effectStyle>
          <a:effectLst/>
        </a:effectStyle>
        <a:effectStyle>
          <a:effectLst/>
        </a:effectStyle>
      </a:effectStyleLst>
      <a:bgFillStyleLst>
        <a:solidFill>
          <a:schemeClr val="phClr"/>
        </a:solidFill>
        <a:gradFill/>
        <a:gradFill/>
      </a:bgFillStyleLst>
    </a:fmtScheme>
  </a:themeElements>
</a:theme>
</file>

<file path=docProps/app.xml><?xml version="1.0" encoding="utf-8"?>
<Properties xmlns="http://schemas.openxmlformats.org/officeDocument/2006/extended-properties">
  <Template>Normal.eit</Template>
  <TotalTime>5</TotalTime>
  <Application>Yozo_Office</Application>
  <Company>PptxGenJS</Company>
</Properties>
</file>

<file path=docProps/core.xml><?xml version="1.0" encoding="utf-8"?>
<cp:coreProperties xmlns:cp="http://schemas.openxmlformats.org/package/2006/metadata/core-properties" xmlns:dc="http://purl.org/dc/elements/1.1/" xmlns:dcterms="http://purl.org/dc/terms/" xmlns:xsi="http://www.w3.org/2001/XMLSchema-instance">
  <dc:title>PptxGenJS Presentation</dc:title>
  <dc:subject>PptxGenJS Presentation</dc:subject>
  <dc:creator>PptxGenJS</dc:creator>
  <cp:lastModifiedBy>root</cp:lastModifiedBy>
  <cp:revision>1</cp:revision>
  <dcterms:created xsi:type="dcterms:W3CDTF">2026-09-15T06:11:48Z</dcterms:created>
  <dcterms:modified xsi:type="dcterms:W3CDTF">2026-09-16T00:39:04Z</dcterms:modified>
</cp:coreProperties>
</file>